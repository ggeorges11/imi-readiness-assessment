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7F9"/>
    <a:srgbClr val="03E4C4"/>
    <a:srgbClr val="FC009D"/>
    <a:srgbClr val="04D4C7"/>
    <a:srgbClr val="720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C03E7-8D33-E94A-B874-7B8F5ADCABA0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DC5BB-8386-2643-8D1A-6119C18DB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1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DC5BB-8386-2643-8D1A-6119C18DB3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55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DC5BB-8386-2643-8D1A-6119C18DB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86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9AA1-2DE7-99CE-B4DE-81AFCB95F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6A476-4F48-60EF-FDE9-632E6C579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415B1-8DB4-1F4F-D808-6696B655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17D1-3E47-D81E-AFD7-313739DE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43C7-B26C-C3D6-3F54-C7EF78AA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2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2A00-2115-3AF0-F802-D2133A58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6AF7-BF22-5A50-B07D-7DDC94DAA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723E2-C32B-6156-CCCA-8A1D5487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8D536-F8D4-E530-A005-A384C210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2385-F1CE-7668-4B40-90562C28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EEF5-2D33-1E06-7165-0321EA942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E7207-A32B-366B-FE23-5C6481AC0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B7CA9-2BD2-A050-7791-37CC0EC4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69D36-A889-FEA5-242F-4774BA01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D063-8420-7314-19A8-109F2648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C952-87B4-3EB6-B9CB-6C2326E6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366D-053A-1B01-2F54-890423D5E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E0E20-02E1-95EF-8BA6-26C681B1D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2F501-5C68-7FD2-C18A-F734F7C9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208E8-3D48-8431-D9B3-B3606865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509F7-F24A-8023-C2AD-81D91F89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2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FDA3-8CFA-2640-50B6-9F07D204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D4889-676F-B25B-D55F-2DE9C1F3D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7F8FE-5A3D-C957-1F33-EC34F5F01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4888E-C112-51D2-669C-C7D6CCE57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77A87-93B2-DE00-64F1-41BB2C9B2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F86E3-7D8E-D38E-5039-6FC23F2F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F8F62-763E-79A6-5A8C-BA3947EE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BBFDD-AE53-1AA4-51A3-0D68B4A0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1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9207-2275-5E46-03CF-7A21A982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8444C-9D2F-3CCC-A295-D9A405C5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F72D3-0307-2693-12B4-69320A0B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B4CAC-1733-5A7F-E1A1-EAC32662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7E048-79ED-77B9-FBFC-36938B4F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A27A1-FBF6-A9BE-9B1B-BCDDA3FC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11A6E-60E0-ED6C-A263-EA5B5211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2EC5-5D67-96A9-26FE-31323338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28B2-0710-8E35-8015-4F40FDE0F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E8605-BCE1-6A8E-7CCD-25D382517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90FDB-54E9-95A5-7836-5A3189B6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F0276-3BA9-3A27-866F-2B6726A90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5C61A-CA8F-B450-BB31-91B88E5C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884E-62DD-A2FB-3E95-17274DC7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93F76-BD5E-1FC8-CEF4-6753A7DDA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F8ADE-A9F6-EECA-FBA2-EFC1E9154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A1A1B-07AB-30AA-E9CA-FB13438F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9D7E3-1EC4-09DB-7A1D-FCAC6D05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76125-4B89-13D0-7A43-66BBBFF6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8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8586-FDF8-13B7-9AFE-B14E329E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F2584-A6EF-0807-5DE2-F60899A2A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F348-E58D-CBAE-B692-FEC44C1AC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13899-895F-92E6-3071-F4FD9CF3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8FD1-C0ED-9CE2-227D-1B6D113B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36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ACA732-D582-99A5-E92F-DDCD1E17E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F533D-B528-0FC2-60B7-9F4C79745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61D03-D641-8A3B-AE5E-4EEED2E4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18545-99F0-6E97-24E5-226473D6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7F6FF-101D-D6E1-121F-51F0F635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8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147A7-7B83-4AB2-BF6E-BEFAC4CA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B5BC9-6587-8B8E-959F-C9112521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ABDE-AF16-0323-7414-9268D09B9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87F0E-7458-7542-ADF7-90B1B9F8C64E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595D-EC54-69E0-66FD-81986DA3C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06FDD-EF1A-3E55-390A-89CE0FC68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E8348-A9F0-154E-8E29-622C9A0E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7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roup 509">
            <a:extLst>
              <a:ext uri="{FF2B5EF4-FFF2-40B4-BE49-F238E27FC236}">
                <a16:creationId xmlns:a16="http://schemas.microsoft.com/office/drawing/2014/main" id="{6F00383F-A00A-46BB-E8F4-A1A220565EC6}"/>
              </a:ext>
            </a:extLst>
          </p:cNvPr>
          <p:cNvGrpSpPr/>
          <p:nvPr/>
        </p:nvGrpSpPr>
        <p:grpSpPr>
          <a:xfrm>
            <a:off x="8932581" y="509206"/>
            <a:ext cx="2904204" cy="2247217"/>
            <a:chOff x="4460790" y="1799387"/>
            <a:chExt cx="2904204" cy="2247217"/>
          </a:xfrm>
        </p:grpSpPr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564A8AC5-B5A2-F2AC-1652-C12BE736870A}"/>
                </a:ext>
              </a:extLst>
            </p:cNvPr>
            <p:cNvSpPr/>
            <p:nvPr/>
          </p:nvSpPr>
          <p:spPr>
            <a:xfrm flipV="1">
              <a:off x="5488507" y="3406596"/>
              <a:ext cx="848773" cy="315513"/>
            </a:xfrm>
            <a:custGeom>
              <a:avLst/>
              <a:gdLst>
                <a:gd name="connsiteX0" fmla="*/ -27899 w 224283"/>
                <a:gd name="connsiteY0" fmla="*/ 71298 h 83211"/>
                <a:gd name="connsiteX1" fmla="*/ -27899 w 224283"/>
                <a:gd name="connsiteY1" fmla="*/ 25922 h 83211"/>
                <a:gd name="connsiteX2" fmla="*/ 84139 w 224283"/>
                <a:gd name="connsiteY2" fmla="*/ -11914 h 83211"/>
                <a:gd name="connsiteX3" fmla="*/ 196385 w 224283"/>
                <a:gd name="connsiteY3" fmla="*/ 25922 h 83211"/>
                <a:gd name="connsiteX4" fmla="*/ 196385 w 224283"/>
                <a:gd name="connsiteY4" fmla="*/ 71298 h 83211"/>
                <a:gd name="connsiteX5" fmla="*/ 84139 w 224283"/>
                <a:gd name="connsiteY5" fmla="*/ 47851 h 83211"/>
                <a:gd name="connsiteX6" fmla="*/ -27899 w 224283"/>
                <a:gd name="connsiteY6" fmla="*/ 71298 h 8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283" h="83211">
                  <a:moveTo>
                    <a:pt x="-27899" y="71298"/>
                  </a:moveTo>
                  <a:lnTo>
                    <a:pt x="-27899" y="25922"/>
                  </a:lnTo>
                  <a:cubicBezTo>
                    <a:pt x="-27899" y="5073"/>
                    <a:pt x="22213" y="-11914"/>
                    <a:pt x="84139" y="-11914"/>
                  </a:cubicBezTo>
                  <a:cubicBezTo>
                    <a:pt x="146296" y="-11914"/>
                    <a:pt x="196385" y="5073"/>
                    <a:pt x="196385" y="25922"/>
                  </a:cubicBezTo>
                  <a:lnTo>
                    <a:pt x="196385" y="71298"/>
                  </a:lnTo>
                  <a:cubicBezTo>
                    <a:pt x="169076" y="54517"/>
                    <a:pt x="124574" y="47851"/>
                    <a:pt x="84139" y="47851"/>
                  </a:cubicBezTo>
                  <a:cubicBezTo>
                    <a:pt x="43936" y="47851"/>
                    <a:pt x="-797" y="54517"/>
                    <a:pt x="-27899" y="71298"/>
                  </a:cubicBezTo>
                </a:path>
              </a:pathLst>
            </a:custGeom>
            <a:solidFill>
              <a:srgbClr val="0197F9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AB60B2C5-23FE-36FB-C385-B14DADF2CBB4}"/>
                </a:ext>
              </a:extLst>
            </p:cNvPr>
            <p:cNvSpPr/>
            <p:nvPr/>
          </p:nvSpPr>
          <p:spPr>
            <a:xfrm flipV="1">
              <a:off x="5488507" y="3082107"/>
              <a:ext cx="848773" cy="315513"/>
            </a:xfrm>
            <a:custGeom>
              <a:avLst/>
              <a:gdLst>
                <a:gd name="connsiteX0" fmla="*/ -27899 w 224283"/>
                <a:gd name="connsiteY0" fmla="*/ 70876 h 83211"/>
                <a:gd name="connsiteX1" fmla="*/ -27899 w 224283"/>
                <a:gd name="connsiteY1" fmla="*/ 25500 h 83211"/>
                <a:gd name="connsiteX2" fmla="*/ 84139 w 224283"/>
                <a:gd name="connsiteY2" fmla="*/ -12336 h 83211"/>
                <a:gd name="connsiteX3" fmla="*/ 196385 w 224283"/>
                <a:gd name="connsiteY3" fmla="*/ 25500 h 83211"/>
                <a:gd name="connsiteX4" fmla="*/ 196385 w 224283"/>
                <a:gd name="connsiteY4" fmla="*/ 70876 h 83211"/>
                <a:gd name="connsiteX5" fmla="*/ 84139 w 224283"/>
                <a:gd name="connsiteY5" fmla="*/ 47429 h 83211"/>
                <a:gd name="connsiteX6" fmla="*/ -27899 w 224283"/>
                <a:gd name="connsiteY6" fmla="*/ 70876 h 8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283" h="83211">
                  <a:moveTo>
                    <a:pt x="-27899" y="70876"/>
                  </a:moveTo>
                  <a:lnTo>
                    <a:pt x="-27899" y="25500"/>
                  </a:lnTo>
                  <a:cubicBezTo>
                    <a:pt x="-27899" y="4651"/>
                    <a:pt x="22213" y="-12336"/>
                    <a:pt x="84139" y="-12336"/>
                  </a:cubicBezTo>
                  <a:cubicBezTo>
                    <a:pt x="146296" y="-12336"/>
                    <a:pt x="196385" y="4651"/>
                    <a:pt x="196385" y="25500"/>
                  </a:cubicBezTo>
                  <a:lnTo>
                    <a:pt x="196385" y="70876"/>
                  </a:lnTo>
                  <a:cubicBezTo>
                    <a:pt x="169076" y="54118"/>
                    <a:pt x="124574" y="47429"/>
                    <a:pt x="84139" y="47429"/>
                  </a:cubicBezTo>
                  <a:cubicBezTo>
                    <a:pt x="43936" y="47429"/>
                    <a:pt x="-797" y="54118"/>
                    <a:pt x="-27899" y="70876"/>
                  </a:cubicBezTo>
                </a:path>
              </a:pathLst>
            </a:custGeom>
            <a:solidFill>
              <a:srgbClr val="0197F9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7508A604-EA42-4DEE-8AB6-AACFF95FA232}"/>
                </a:ext>
              </a:extLst>
            </p:cNvPr>
            <p:cNvSpPr/>
            <p:nvPr/>
          </p:nvSpPr>
          <p:spPr>
            <a:xfrm flipV="1">
              <a:off x="5488507" y="3731091"/>
              <a:ext cx="848773" cy="315513"/>
            </a:xfrm>
            <a:custGeom>
              <a:avLst/>
              <a:gdLst>
                <a:gd name="connsiteX0" fmla="*/ -27899 w 224283"/>
                <a:gd name="connsiteY0" fmla="*/ 71720 h 83211"/>
                <a:gd name="connsiteX1" fmla="*/ -27899 w 224283"/>
                <a:gd name="connsiteY1" fmla="*/ 26344 h 83211"/>
                <a:gd name="connsiteX2" fmla="*/ 84139 w 224283"/>
                <a:gd name="connsiteY2" fmla="*/ -11492 h 83211"/>
                <a:gd name="connsiteX3" fmla="*/ 196385 w 224283"/>
                <a:gd name="connsiteY3" fmla="*/ 26344 h 83211"/>
                <a:gd name="connsiteX4" fmla="*/ 196385 w 224283"/>
                <a:gd name="connsiteY4" fmla="*/ 71720 h 83211"/>
                <a:gd name="connsiteX5" fmla="*/ 84139 w 224283"/>
                <a:gd name="connsiteY5" fmla="*/ 48273 h 83211"/>
                <a:gd name="connsiteX6" fmla="*/ -27899 w 224283"/>
                <a:gd name="connsiteY6" fmla="*/ 71720 h 8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283" h="83211">
                  <a:moveTo>
                    <a:pt x="-27899" y="71720"/>
                  </a:moveTo>
                  <a:lnTo>
                    <a:pt x="-27899" y="26344"/>
                  </a:lnTo>
                  <a:cubicBezTo>
                    <a:pt x="-27899" y="5495"/>
                    <a:pt x="22213" y="-11492"/>
                    <a:pt x="84139" y="-11492"/>
                  </a:cubicBezTo>
                  <a:cubicBezTo>
                    <a:pt x="146296" y="-11492"/>
                    <a:pt x="196385" y="5495"/>
                    <a:pt x="196385" y="26344"/>
                  </a:cubicBezTo>
                  <a:lnTo>
                    <a:pt x="196385" y="71720"/>
                  </a:lnTo>
                  <a:cubicBezTo>
                    <a:pt x="169076" y="54939"/>
                    <a:pt x="124574" y="48273"/>
                    <a:pt x="84139" y="48273"/>
                  </a:cubicBezTo>
                  <a:cubicBezTo>
                    <a:pt x="43936" y="48273"/>
                    <a:pt x="-797" y="54939"/>
                    <a:pt x="-27899" y="71720"/>
                  </a:cubicBezTo>
                </a:path>
              </a:pathLst>
            </a:custGeom>
            <a:solidFill>
              <a:srgbClr val="0197F9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7BF06A75-4564-11DC-46C2-E8DA7D82C48E}"/>
                </a:ext>
              </a:extLst>
            </p:cNvPr>
            <p:cNvSpPr/>
            <p:nvPr/>
          </p:nvSpPr>
          <p:spPr>
            <a:xfrm flipV="1">
              <a:off x="5488159" y="2786376"/>
              <a:ext cx="849469" cy="287012"/>
            </a:xfrm>
            <a:custGeom>
              <a:avLst/>
              <a:gdLst>
                <a:gd name="connsiteX0" fmla="*/ 84323 w 224467"/>
                <a:gd name="connsiteY0" fmla="*/ 62956 h 75695"/>
                <a:gd name="connsiteX1" fmla="*/ -27899 w 224467"/>
                <a:gd name="connsiteY1" fmla="*/ 25097 h 75695"/>
                <a:gd name="connsiteX2" fmla="*/ 84323 w 224467"/>
                <a:gd name="connsiteY2" fmla="*/ -12739 h 75695"/>
                <a:gd name="connsiteX3" fmla="*/ 196569 w 224467"/>
                <a:gd name="connsiteY3" fmla="*/ 25097 h 75695"/>
                <a:gd name="connsiteX4" fmla="*/ 84323 w 224467"/>
                <a:gd name="connsiteY4" fmla="*/ 62956 h 75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467" h="75695">
                  <a:moveTo>
                    <a:pt x="84323" y="62956"/>
                  </a:moveTo>
                  <a:cubicBezTo>
                    <a:pt x="22351" y="62956"/>
                    <a:pt x="-27899" y="46015"/>
                    <a:pt x="-27899" y="25097"/>
                  </a:cubicBezTo>
                  <a:cubicBezTo>
                    <a:pt x="-27899" y="4202"/>
                    <a:pt x="22351" y="-12739"/>
                    <a:pt x="84323" y="-12739"/>
                  </a:cubicBezTo>
                  <a:cubicBezTo>
                    <a:pt x="146320" y="-12739"/>
                    <a:pt x="196569" y="4202"/>
                    <a:pt x="196569" y="25097"/>
                  </a:cubicBezTo>
                  <a:cubicBezTo>
                    <a:pt x="196569" y="46015"/>
                    <a:pt x="146320" y="62956"/>
                    <a:pt x="84323" y="62956"/>
                  </a:cubicBezTo>
                </a:path>
              </a:pathLst>
            </a:custGeom>
            <a:solidFill>
              <a:srgbClr val="0197F9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EFBB8169-2992-C6E5-D1EB-4ABAF7501152}"/>
                </a:ext>
              </a:extLst>
            </p:cNvPr>
            <p:cNvSpPr/>
            <p:nvPr/>
          </p:nvSpPr>
          <p:spPr>
            <a:xfrm flipV="1">
              <a:off x="5687282" y="1799387"/>
              <a:ext cx="451136" cy="790530"/>
            </a:xfrm>
            <a:custGeom>
              <a:avLst/>
              <a:gdLst>
                <a:gd name="connsiteX0" fmla="*/ 31706 w 119210"/>
                <a:gd name="connsiteY0" fmla="*/ 194794 h 208489"/>
                <a:gd name="connsiteX1" fmla="*/ -27899 w 119210"/>
                <a:gd name="connsiteY1" fmla="*/ 135190 h 208489"/>
                <a:gd name="connsiteX2" fmla="*/ 16328 w 119210"/>
                <a:gd name="connsiteY2" fmla="*/ 77723 h 208489"/>
                <a:gd name="connsiteX3" fmla="*/ 16328 w 119210"/>
                <a:gd name="connsiteY3" fmla="*/ 1706 h 208489"/>
                <a:gd name="connsiteX4" fmla="*/ 31706 w 119210"/>
                <a:gd name="connsiteY4" fmla="*/ -13695 h 208489"/>
                <a:gd name="connsiteX5" fmla="*/ 47108 w 119210"/>
                <a:gd name="connsiteY5" fmla="*/ 1706 h 208489"/>
                <a:gd name="connsiteX6" fmla="*/ 47108 w 119210"/>
                <a:gd name="connsiteY6" fmla="*/ 77723 h 208489"/>
                <a:gd name="connsiteX7" fmla="*/ 91312 w 119210"/>
                <a:gd name="connsiteY7" fmla="*/ 135190 h 208489"/>
                <a:gd name="connsiteX8" fmla="*/ 31706 w 119210"/>
                <a:gd name="connsiteY8" fmla="*/ 194794 h 20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210" h="208489">
                  <a:moveTo>
                    <a:pt x="31706" y="194794"/>
                  </a:moveTo>
                  <a:cubicBezTo>
                    <a:pt x="-1142" y="194794"/>
                    <a:pt x="-27899" y="168061"/>
                    <a:pt x="-27899" y="135190"/>
                  </a:cubicBezTo>
                  <a:cubicBezTo>
                    <a:pt x="-27899" y="108065"/>
                    <a:pt x="-9808" y="84711"/>
                    <a:pt x="16328" y="77723"/>
                  </a:cubicBezTo>
                  <a:lnTo>
                    <a:pt x="16328" y="1706"/>
                  </a:lnTo>
                  <a:cubicBezTo>
                    <a:pt x="16328" y="-6776"/>
                    <a:pt x="23224" y="-13695"/>
                    <a:pt x="31706" y="-13695"/>
                  </a:cubicBezTo>
                  <a:cubicBezTo>
                    <a:pt x="40212" y="-13695"/>
                    <a:pt x="47108" y="-6776"/>
                    <a:pt x="47108" y="1706"/>
                  </a:cubicBezTo>
                  <a:lnTo>
                    <a:pt x="47108" y="77723"/>
                  </a:lnTo>
                  <a:cubicBezTo>
                    <a:pt x="73244" y="84711"/>
                    <a:pt x="91312" y="108065"/>
                    <a:pt x="91312" y="135190"/>
                  </a:cubicBezTo>
                  <a:cubicBezTo>
                    <a:pt x="91312" y="168061"/>
                    <a:pt x="64578" y="194794"/>
                    <a:pt x="31706" y="194794"/>
                  </a:cubicBezTo>
                </a:path>
              </a:pathLst>
            </a:custGeom>
            <a:solidFill>
              <a:srgbClr val="03E4C4"/>
            </a:solidFill>
            <a:ln w="2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DED19051-0295-475D-E5A4-B230D370C48A}"/>
                </a:ext>
              </a:extLst>
            </p:cNvPr>
            <p:cNvSpPr/>
            <p:nvPr/>
          </p:nvSpPr>
          <p:spPr>
            <a:xfrm flipV="1">
              <a:off x="4819979" y="2159351"/>
              <a:ext cx="641036" cy="642273"/>
            </a:xfrm>
            <a:custGeom>
              <a:avLst/>
              <a:gdLst>
                <a:gd name="connsiteX0" fmla="*/ 83967 w 169390"/>
                <a:gd name="connsiteY0" fmla="*/ 66762 h 169389"/>
                <a:gd name="connsiteX1" fmla="*/ 92104 w 169390"/>
                <a:gd name="connsiteY1" fmla="*/ 96484 h 169389"/>
                <a:gd name="connsiteX2" fmla="*/ 32499 w 169390"/>
                <a:gd name="connsiteY2" fmla="*/ 156066 h 169389"/>
                <a:gd name="connsiteX3" fmla="*/ -27129 w 169390"/>
                <a:gd name="connsiteY3" fmla="*/ 96484 h 169389"/>
                <a:gd name="connsiteX4" fmla="*/ 32499 w 169390"/>
                <a:gd name="connsiteY4" fmla="*/ 36856 h 169389"/>
                <a:gd name="connsiteX5" fmla="*/ 62198 w 169390"/>
                <a:gd name="connsiteY5" fmla="*/ 44994 h 169389"/>
                <a:gd name="connsiteX6" fmla="*/ 115988 w 169390"/>
                <a:gd name="connsiteY6" fmla="*/ -8795 h 169389"/>
                <a:gd name="connsiteX7" fmla="*/ 126883 w 169390"/>
                <a:gd name="connsiteY7" fmla="*/ -13324 h 169389"/>
                <a:gd name="connsiteX8" fmla="*/ 137756 w 169390"/>
                <a:gd name="connsiteY8" fmla="*/ -8795 h 169389"/>
                <a:gd name="connsiteX9" fmla="*/ 142261 w 169390"/>
                <a:gd name="connsiteY9" fmla="*/ 2078 h 169389"/>
                <a:gd name="connsiteX10" fmla="*/ 137756 w 169390"/>
                <a:gd name="connsiteY10" fmla="*/ 12950 h 169389"/>
                <a:gd name="connsiteX11" fmla="*/ 83967 w 169390"/>
                <a:gd name="connsiteY11" fmla="*/ 66762 h 16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9390" h="169389">
                  <a:moveTo>
                    <a:pt x="83967" y="66762"/>
                  </a:moveTo>
                  <a:cubicBezTo>
                    <a:pt x="89300" y="75934"/>
                    <a:pt x="92104" y="86163"/>
                    <a:pt x="92104" y="96484"/>
                  </a:cubicBezTo>
                  <a:cubicBezTo>
                    <a:pt x="92104" y="129332"/>
                    <a:pt x="65347" y="156066"/>
                    <a:pt x="32499" y="156066"/>
                  </a:cubicBezTo>
                  <a:cubicBezTo>
                    <a:pt x="-373" y="156066"/>
                    <a:pt x="-27129" y="129332"/>
                    <a:pt x="-27129" y="96484"/>
                  </a:cubicBezTo>
                  <a:cubicBezTo>
                    <a:pt x="-27129" y="63613"/>
                    <a:pt x="-373" y="36856"/>
                    <a:pt x="32499" y="36856"/>
                  </a:cubicBezTo>
                  <a:cubicBezTo>
                    <a:pt x="42820" y="36856"/>
                    <a:pt x="53026" y="39661"/>
                    <a:pt x="62198" y="44994"/>
                  </a:cubicBezTo>
                  <a:lnTo>
                    <a:pt x="115988" y="-8795"/>
                  </a:lnTo>
                  <a:cubicBezTo>
                    <a:pt x="118907" y="-11714"/>
                    <a:pt x="122769" y="-13324"/>
                    <a:pt x="126883" y="-13324"/>
                  </a:cubicBezTo>
                  <a:cubicBezTo>
                    <a:pt x="130975" y="-13324"/>
                    <a:pt x="134860" y="-11714"/>
                    <a:pt x="137756" y="-8795"/>
                  </a:cubicBezTo>
                  <a:cubicBezTo>
                    <a:pt x="140676" y="-5899"/>
                    <a:pt x="142261" y="-2037"/>
                    <a:pt x="142261" y="2078"/>
                  </a:cubicBezTo>
                  <a:cubicBezTo>
                    <a:pt x="142261" y="6192"/>
                    <a:pt x="140676" y="10054"/>
                    <a:pt x="137756" y="12950"/>
                  </a:cubicBezTo>
                  <a:lnTo>
                    <a:pt x="83967" y="66762"/>
                  </a:lnTo>
                </a:path>
              </a:pathLst>
            </a:custGeom>
            <a:solidFill>
              <a:srgbClr val="03E4C4"/>
            </a:solidFill>
            <a:ln w="2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80A2B297-22C6-5317-4BBE-0DC4F5888248}"/>
                </a:ext>
              </a:extLst>
            </p:cNvPr>
            <p:cNvSpPr/>
            <p:nvPr/>
          </p:nvSpPr>
          <p:spPr>
            <a:xfrm flipV="1">
              <a:off x="4460790" y="3028327"/>
              <a:ext cx="789011" cy="452006"/>
            </a:xfrm>
            <a:custGeom>
              <a:avLst/>
              <a:gdLst>
                <a:gd name="connsiteX0" fmla="*/ 166245 w 208491"/>
                <a:gd name="connsiteY0" fmla="*/ 62688 h 119209"/>
                <a:gd name="connsiteX1" fmla="*/ 90227 w 208491"/>
                <a:gd name="connsiteY1" fmla="*/ 62688 h 119209"/>
                <a:gd name="connsiteX2" fmla="*/ 32760 w 208491"/>
                <a:gd name="connsiteY2" fmla="*/ 106892 h 119209"/>
                <a:gd name="connsiteX3" fmla="*/ -26845 w 208491"/>
                <a:gd name="connsiteY3" fmla="*/ 47287 h 119209"/>
                <a:gd name="connsiteX4" fmla="*/ 32760 w 208491"/>
                <a:gd name="connsiteY4" fmla="*/ -12317 h 119209"/>
                <a:gd name="connsiteX5" fmla="*/ 90227 w 208491"/>
                <a:gd name="connsiteY5" fmla="*/ 31909 h 119209"/>
                <a:gd name="connsiteX6" fmla="*/ 166245 w 208491"/>
                <a:gd name="connsiteY6" fmla="*/ 31909 h 119209"/>
                <a:gd name="connsiteX7" fmla="*/ 181647 w 208491"/>
                <a:gd name="connsiteY7" fmla="*/ 47287 h 119209"/>
                <a:gd name="connsiteX8" fmla="*/ 166245 w 208491"/>
                <a:gd name="connsiteY8" fmla="*/ 62688 h 11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491" h="119209">
                  <a:moveTo>
                    <a:pt x="166245" y="62688"/>
                  </a:moveTo>
                  <a:lnTo>
                    <a:pt x="90227" y="62688"/>
                  </a:lnTo>
                  <a:cubicBezTo>
                    <a:pt x="83240" y="88824"/>
                    <a:pt x="59885" y="106892"/>
                    <a:pt x="32760" y="106892"/>
                  </a:cubicBezTo>
                  <a:cubicBezTo>
                    <a:pt x="-111" y="106892"/>
                    <a:pt x="-26845" y="80158"/>
                    <a:pt x="-26845" y="47287"/>
                  </a:cubicBezTo>
                  <a:cubicBezTo>
                    <a:pt x="-26845" y="14439"/>
                    <a:pt x="-111" y="-12317"/>
                    <a:pt x="32760" y="-12317"/>
                  </a:cubicBezTo>
                  <a:cubicBezTo>
                    <a:pt x="59885" y="-12317"/>
                    <a:pt x="83240" y="5773"/>
                    <a:pt x="90227" y="31909"/>
                  </a:cubicBezTo>
                  <a:lnTo>
                    <a:pt x="166245" y="31909"/>
                  </a:lnTo>
                  <a:cubicBezTo>
                    <a:pt x="174728" y="31909"/>
                    <a:pt x="181647" y="38805"/>
                    <a:pt x="181647" y="47287"/>
                  </a:cubicBezTo>
                  <a:cubicBezTo>
                    <a:pt x="181647" y="55792"/>
                    <a:pt x="174728" y="62688"/>
                    <a:pt x="166245" y="62688"/>
                  </a:cubicBezTo>
                </a:path>
              </a:pathLst>
            </a:custGeom>
            <a:solidFill>
              <a:srgbClr val="03E4C4"/>
            </a:solidFill>
            <a:ln w="2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EAE22C31-6103-503B-5858-4CF0AAAA5D58}"/>
                </a:ext>
              </a:extLst>
            </p:cNvPr>
            <p:cNvSpPr/>
            <p:nvPr/>
          </p:nvSpPr>
          <p:spPr>
            <a:xfrm flipV="1">
              <a:off x="6575983" y="3028327"/>
              <a:ext cx="789011" cy="452006"/>
            </a:xfrm>
            <a:custGeom>
              <a:avLst/>
              <a:gdLst>
                <a:gd name="connsiteX0" fmla="*/ 119935 w 208491"/>
                <a:gd name="connsiteY0" fmla="*/ 106892 h 119209"/>
                <a:gd name="connsiteX1" fmla="*/ 62468 w 208491"/>
                <a:gd name="connsiteY1" fmla="*/ 62688 h 119209"/>
                <a:gd name="connsiteX2" fmla="*/ -13551 w 208491"/>
                <a:gd name="connsiteY2" fmla="*/ 62688 h 119209"/>
                <a:gd name="connsiteX3" fmla="*/ -28952 w 208491"/>
                <a:gd name="connsiteY3" fmla="*/ 47287 h 119209"/>
                <a:gd name="connsiteX4" fmla="*/ -13551 w 208491"/>
                <a:gd name="connsiteY4" fmla="*/ 31909 h 119209"/>
                <a:gd name="connsiteX5" fmla="*/ 62468 w 208491"/>
                <a:gd name="connsiteY5" fmla="*/ 31909 h 119209"/>
                <a:gd name="connsiteX6" fmla="*/ 119935 w 208491"/>
                <a:gd name="connsiteY6" fmla="*/ -12317 h 119209"/>
                <a:gd name="connsiteX7" fmla="*/ 179539 w 208491"/>
                <a:gd name="connsiteY7" fmla="*/ 47287 h 119209"/>
                <a:gd name="connsiteX8" fmla="*/ 119935 w 208491"/>
                <a:gd name="connsiteY8" fmla="*/ 106892 h 11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491" h="119209">
                  <a:moveTo>
                    <a:pt x="119935" y="106892"/>
                  </a:moveTo>
                  <a:cubicBezTo>
                    <a:pt x="92810" y="106892"/>
                    <a:pt x="69455" y="88824"/>
                    <a:pt x="62468" y="62688"/>
                  </a:cubicBezTo>
                  <a:lnTo>
                    <a:pt x="-13551" y="62688"/>
                  </a:lnTo>
                  <a:cubicBezTo>
                    <a:pt x="-22033" y="62688"/>
                    <a:pt x="-28952" y="55792"/>
                    <a:pt x="-28952" y="47287"/>
                  </a:cubicBezTo>
                  <a:cubicBezTo>
                    <a:pt x="-28952" y="38805"/>
                    <a:pt x="-22033" y="31909"/>
                    <a:pt x="-13551" y="31909"/>
                  </a:cubicBezTo>
                  <a:lnTo>
                    <a:pt x="62468" y="31909"/>
                  </a:lnTo>
                  <a:cubicBezTo>
                    <a:pt x="69455" y="5773"/>
                    <a:pt x="92810" y="-12317"/>
                    <a:pt x="119935" y="-12317"/>
                  </a:cubicBezTo>
                  <a:cubicBezTo>
                    <a:pt x="152806" y="-12317"/>
                    <a:pt x="179539" y="14439"/>
                    <a:pt x="179539" y="47287"/>
                  </a:cubicBezTo>
                  <a:cubicBezTo>
                    <a:pt x="179539" y="80158"/>
                    <a:pt x="152806" y="106892"/>
                    <a:pt x="119935" y="106892"/>
                  </a:cubicBezTo>
                </a:path>
              </a:pathLst>
            </a:custGeom>
            <a:solidFill>
              <a:srgbClr val="03E4C4"/>
            </a:solidFill>
            <a:ln w="2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3DB58580-CE43-1EDA-CFD0-6E929598A4BD}"/>
                </a:ext>
              </a:extLst>
            </p:cNvPr>
            <p:cNvSpPr/>
            <p:nvPr/>
          </p:nvSpPr>
          <p:spPr>
            <a:xfrm flipV="1">
              <a:off x="6364793" y="2159351"/>
              <a:ext cx="641019" cy="642273"/>
            </a:xfrm>
            <a:custGeom>
              <a:avLst/>
              <a:gdLst>
                <a:gd name="connsiteX0" fmla="*/ 81089 w 169385"/>
                <a:gd name="connsiteY0" fmla="*/ 36856 h 169389"/>
                <a:gd name="connsiteX1" fmla="*/ 140717 w 169385"/>
                <a:gd name="connsiteY1" fmla="*/ 96484 h 169389"/>
                <a:gd name="connsiteX2" fmla="*/ 81089 w 169385"/>
                <a:gd name="connsiteY2" fmla="*/ 156066 h 169389"/>
                <a:gd name="connsiteX3" fmla="*/ 21484 w 169385"/>
                <a:gd name="connsiteY3" fmla="*/ 96484 h 169389"/>
                <a:gd name="connsiteX4" fmla="*/ 29621 w 169385"/>
                <a:gd name="connsiteY4" fmla="*/ 66762 h 169389"/>
                <a:gd name="connsiteX5" fmla="*/ -24168 w 169385"/>
                <a:gd name="connsiteY5" fmla="*/ 12950 h 169389"/>
                <a:gd name="connsiteX6" fmla="*/ -24168 w 169385"/>
                <a:gd name="connsiteY6" fmla="*/ -8795 h 169389"/>
                <a:gd name="connsiteX7" fmla="*/ -13295 w 169385"/>
                <a:gd name="connsiteY7" fmla="*/ -13324 h 169389"/>
                <a:gd name="connsiteX8" fmla="*/ -2400 w 169385"/>
                <a:gd name="connsiteY8" fmla="*/ -8795 h 169389"/>
                <a:gd name="connsiteX9" fmla="*/ 51389 w 169385"/>
                <a:gd name="connsiteY9" fmla="*/ 44994 h 169389"/>
                <a:gd name="connsiteX10" fmla="*/ 81089 w 169385"/>
                <a:gd name="connsiteY10" fmla="*/ 36856 h 16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9385" h="169389">
                  <a:moveTo>
                    <a:pt x="81089" y="36856"/>
                  </a:moveTo>
                  <a:cubicBezTo>
                    <a:pt x="113961" y="36856"/>
                    <a:pt x="140717" y="63613"/>
                    <a:pt x="140717" y="96484"/>
                  </a:cubicBezTo>
                  <a:cubicBezTo>
                    <a:pt x="140717" y="129332"/>
                    <a:pt x="113961" y="156066"/>
                    <a:pt x="81089" y="156066"/>
                  </a:cubicBezTo>
                  <a:cubicBezTo>
                    <a:pt x="48240" y="156066"/>
                    <a:pt x="21484" y="129332"/>
                    <a:pt x="21484" y="96484"/>
                  </a:cubicBezTo>
                  <a:cubicBezTo>
                    <a:pt x="21484" y="86163"/>
                    <a:pt x="24312" y="75934"/>
                    <a:pt x="29621" y="66762"/>
                  </a:cubicBezTo>
                  <a:lnTo>
                    <a:pt x="-24168" y="12950"/>
                  </a:lnTo>
                  <a:cubicBezTo>
                    <a:pt x="-30168" y="6974"/>
                    <a:pt x="-30168" y="-2796"/>
                    <a:pt x="-24168" y="-8795"/>
                  </a:cubicBezTo>
                  <a:cubicBezTo>
                    <a:pt x="-21272" y="-11714"/>
                    <a:pt x="-17387" y="-13324"/>
                    <a:pt x="-13295" y="-13324"/>
                  </a:cubicBezTo>
                  <a:cubicBezTo>
                    <a:pt x="-9181" y="-13324"/>
                    <a:pt x="-5319" y="-11714"/>
                    <a:pt x="-2400" y="-8795"/>
                  </a:cubicBezTo>
                  <a:lnTo>
                    <a:pt x="51389" y="44994"/>
                  </a:lnTo>
                  <a:cubicBezTo>
                    <a:pt x="60562" y="39661"/>
                    <a:pt x="70768" y="36856"/>
                    <a:pt x="81089" y="36856"/>
                  </a:cubicBezTo>
                </a:path>
              </a:pathLst>
            </a:custGeom>
            <a:solidFill>
              <a:srgbClr val="03E4C4"/>
            </a:solidFill>
            <a:ln w="2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99578EB-5422-B403-787A-8EDD09297547}"/>
              </a:ext>
            </a:extLst>
          </p:cNvPr>
          <p:cNvGrpSpPr/>
          <p:nvPr/>
        </p:nvGrpSpPr>
        <p:grpSpPr>
          <a:xfrm>
            <a:off x="5631776" y="3200245"/>
            <a:ext cx="3498038" cy="2857185"/>
            <a:chOff x="9222063" y="4515355"/>
            <a:chExt cx="980229" cy="814720"/>
          </a:xfrm>
        </p:grpSpPr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27178F2E-CE2B-3030-4AF3-B9442792B8E6}"/>
                </a:ext>
              </a:extLst>
            </p:cNvPr>
            <p:cNvSpPr/>
            <p:nvPr/>
          </p:nvSpPr>
          <p:spPr>
            <a:xfrm flipV="1">
              <a:off x="9492212" y="4515355"/>
              <a:ext cx="439901" cy="439866"/>
            </a:xfrm>
            <a:custGeom>
              <a:avLst/>
              <a:gdLst>
                <a:gd name="connsiteX0" fmla="*/ 183947 w 439901"/>
                <a:gd name="connsiteY0" fmla="*/ 124366 h 439866"/>
                <a:gd name="connsiteX1" fmla="*/ 90757 w 439901"/>
                <a:gd name="connsiteY1" fmla="*/ 217556 h 439866"/>
                <a:gd name="connsiteX2" fmla="*/ 183947 w 439901"/>
                <a:gd name="connsiteY2" fmla="*/ 310777 h 439866"/>
                <a:gd name="connsiteX3" fmla="*/ 277170 w 439901"/>
                <a:gd name="connsiteY3" fmla="*/ 217556 h 439866"/>
                <a:gd name="connsiteX4" fmla="*/ 183947 w 439901"/>
                <a:gd name="connsiteY4" fmla="*/ 124366 h 439866"/>
                <a:gd name="connsiteX5" fmla="*/ 385267 w 439901"/>
                <a:gd name="connsiteY5" fmla="*/ 262365 h 439866"/>
                <a:gd name="connsiteX6" fmla="*/ 345168 w 439901"/>
                <a:gd name="connsiteY6" fmla="*/ 268217 h 439866"/>
                <a:gd name="connsiteX7" fmla="*/ 333744 w 439901"/>
                <a:gd name="connsiteY7" fmla="*/ 295779 h 439866"/>
                <a:gd name="connsiteX8" fmla="*/ 357980 w 439901"/>
                <a:gd name="connsiteY8" fmla="*/ 328239 h 439866"/>
                <a:gd name="connsiteX9" fmla="*/ 355947 w 439901"/>
                <a:gd name="connsiteY9" fmla="*/ 356664 h 439866"/>
                <a:gd name="connsiteX10" fmla="*/ 323026 w 439901"/>
                <a:gd name="connsiteY10" fmla="*/ 389555 h 439866"/>
                <a:gd name="connsiteX11" fmla="*/ 294632 w 439901"/>
                <a:gd name="connsiteY11" fmla="*/ 391618 h 439866"/>
                <a:gd name="connsiteX12" fmla="*/ 262141 w 439901"/>
                <a:gd name="connsiteY12" fmla="*/ 367350 h 439866"/>
                <a:gd name="connsiteX13" fmla="*/ 234578 w 439901"/>
                <a:gd name="connsiteY13" fmla="*/ 378776 h 439866"/>
                <a:gd name="connsiteX14" fmla="*/ 228757 w 439901"/>
                <a:gd name="connsiteY14" fmla="*/ 418904 h 439866"/>
                <a:gd name="connsiteX15" fmla="*/ 207230 w 439901"/>
                <a:gd name="connsiteY15" fmla="*/ 437505 h 439866"/>
                <a:gd name="connsiteX16" fmla="*/ 160666 w 439901"/>
                <a:gd name="connsiteY16" fmla="*/ 437505 h 439866"/>
                <a:gd name="connsiteX17" fmla="*/ 139138 w 439901"/>
                <a:gd name="connsiteY17" fmla="*/ 418904 h 439866"/>
                <a:gd name="connsiteX18" fmla="*/ 133318 w 439901"/>
                <a:gd name="connsiteY18" fmla="*/ 378776 h 439866"/>
                <a:gd name="connsiteX19" fmla="*/ 105755 w 439901"/>
                <a:gd name="connsiteY19" fmla="*/ 367350 h 439866"/>
                <a:gd name="connsiteX20" fmla="*/ 73295 w 439901"/>
                <a:gd name="connsiteY20" fmla="*/ 391618 h 439866"/>
                <a:gd name="connsiteX21" fmla="*/ 44900 w 439901"/>
                <a:gd name="connsiteY21" fmla="*/ 389555 h 439866"/>
                <a:gd name="connsiteX22" fmla="*/ 11979 w 439901"/>
                <a:gd name="connsiteY22" fmla="*/ 356664 h 439866"/>
                <a:gd name="connsiteX23" fmla="*/ 9915 w 439901"/>
                <a:gd name="connsiteY23" fmla="*/ 328239 h 439866"/>
                <a:gd name="connsiteX24" fmla="*/ 34152 w 439901"/>
                <a:gd name="connsiteY24" fmla="*/ 295779 h 439866"/>
                <a:gd name="connsiteX25" fmla="*/ 22757 w 439901"/>
                <a:gd name="connsiteY25" fmla="*/ 268217 h 439866"/>
                <a:gd name="connsiteX26" fmla="*/ -17371 w 439901"/>
                <a:gd name="connsiteY26" fmla="*/ 262365 h 439866"/>
                <a:gd name="connsiteX27" fmla="*/ -36003 w 439901"/>
                <a:gd name="connsiteY27" fmla="*/ 240869 h 439866"/>
                <a:gd name="connsiteX28" fmla="*/ -36003 w 439901"/>
                <a:gd name="connsiteY28" fmla="*/ 194305 h 439866"/>
                <a:gd name="connsiteX29" fmla="*/ -17371 w 439901"/>
                <a:gd name="connsiteY29" fmla="*/ 172778 h 439866"/>
                <a:gd name="connsiteX30" fmla="*/ 22757 w 439901"/>
                <a:gd name="connsiteY30" fmla="*/ 166927 h 439866"/>
                <a:gd name="connsiteX31" fmla="*/ 34152 w 439901"/>
                <a:gd name="connsiteY31" fmla="*/ 139364 h 439866"/>
                <a:gd name="connsiteX32" fmla="*/ 9915 w 439901"/>
                <a:gd name="connsiteY32" fmla="*/ 106905 h 439866"/>
                <a:gd name="connsiteX33" fmla="*/ 11979 w 439901"/>
                <a:gd name="connsiteY33" fmla="*/ 78479 h 439866"/>
                <a:gd name="connsiteX34" fmla="*/ 44900 w 439901"/>
                <a:gd name="connsiteY34" fmla="*/ 45589 h 439866"/>
                <a:gd name="connsiteX35" fmla="*/ 73295 w 439901"/>
                <a:gd name="connsiteY35" fmla="*/ 43525 h 439866"/>
                <a:gd name="connsiteX36" fmla="*/ 105755 w 439901"/>
                <a:gd name="connsiteY36" fmla="*/ 67762 h 439866"/>
                <a:gd name="connsiteX37" fmla="*/ 133318 w 439901"/>
                <a:gd name="connsiteY37" fmla="*/ 56368 h 439866"/>
                <a:gd name="connsiteX38" fmla="*/ 139138 w 439901"/>
                <a:gd name="connsiteY38" fmla="*/ 16240 h 439866"/>
                <a:gd name="connsiteX39" fmla="*/ 160666 w 439901"/>
                <a:gd name="connsiteY39" fmla="*/ -2361 h 439866"/>
                <a:gd name="connsiteX40" fmla="*/ 207230 w 439901"/>
                <a:gd name="connsiteY40" fmla="*/ -2361 h 439866"/>
                <a:gd name="connsiteX41" fmla="*/ 228757 w 439901"/>
                <a:gd name="connsiteY41" fmla="*/ 16240 h 439866"/>
                <a:gd name="connsiteX42" fmla="*/ 234578 w 439901"/>
                <a:gd name="connsiteY42" fmla="*/ 56368 h 439866"/>
                <a:gd name="connsiteX43" fmla="*/ 262141 w 439901"/>
                <a:gd name="connsiteY43" fmla="*/ 67762 h 439866"/>
                <a:gd name="connsiteX44" fmla="*/ 294632 w 439901"/>
                <a:gd name="connsiteY44" fmla="*/ 43525 h 439866"/>
                <a:gd name="connsiteX45" fmla="*/ 323026 w 439901"/>
                <a:gd name="connsiteY45" fmla="*/ 45589 h 439866"/>
                <a:gd name="connsiteX46" fmla="*/ 355947 w 439901"/>
                <a:gd name="connsiteY46" fmla="*/ 78479 h 439866"/>
                <a:gd name="connsiteX47" fmla="*/ 357980 w 439901"/>
                <a:gd name="connsiteY47" fmla="*/ 106905 h 439866"/>
                <a:gd name="connsiteX48" fmla="*/ 333682 w 439901"/>
                <a:gd name="connsiteY48" fmla="*/ 139456 h 439866"/>
                <a:gd name="connsiteX49" fmla="*/ 345046 w 439901"/>
                <a:gd name="connsiteY49" fmla="*/ 166927 h 439866"/>
                <a:gd name="connsiteX50" fmla="*/ 385267 w 439901"/>
                <a:gd name="connsiteY50" fmla="*/ 172778 h 439866"/>
                <a:gd name="connsiteX51" fmla="*/ 403899 w 439901"/>
                <a:gd name="connsiteY51" fmla="*/ 194305 h 439866"/>
                <a:gd name="connsiteX52" fmla="*/ 403899 w 439901"/>
                <a:gd name="connsiteY52" fmla="*/ 240869 h 439866"/>
                <a:gd name="connsiteX53" fmla="*/ 385267 w 439901"/>
                <a:gd name="connsiteY53" fmla="*/ 262365 h 43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39901" h="439866">
                  <a:moveTo>
                    <a:pt x="183947" y="124366"/>
                  </a:moveTo>
                  <a:cubicBezTo>
                    <a:pt x="132487" y="124366"/>
                    <a:pt x="90757" y="166095"/>
                    <a:pt x="90757" y="217556"/>
                  </a:cubicBezTo>
                  <a:cubicBezTo>
                    <a:pt x="90757" y="269048"/>
                    <a:pt x="132487" y="310777"/>
                    <a:pt x="183947" y="310777"/>
                  </a:cubicBezTo>
                  <a:cubicBezTo>
                    <a:pt x="235441" y="310777"/>
                    <a:pt x="277170" y="269048"/>
                    <a:pt x="277170" y="217556"/>
                  </a:cubicBezTo>
                  <a:cubicBezTo>
                    <a:pt x="277170" y="166095"/>
                    <a:pt x="235441" y="124366"/>
                    <a:pt x="183947" y="124366"/>
                  </a:cubicBezTo>
                  <a:close/>
                  <a:moveTo>
                    <a:pt x="385267" y="262365"/>
                  </a:moveTo>
                  <a:lnTo>
                    <a:pt x="345168" y="268217"/>
                  </a:lnTo>
                  <a:cubicBezTo>
                    <a:pt x="340150" y="280350"/>
                    <a:pt x="338794" y="283615"/>
                    <a:pt x="333744" y="295779"/>
                  </a:cubicBezTo>
                  <a:lnTo>
                    <a:pt x="357980" y="328239"/>
                  </a:lnTo>
                  <a:cubicBezTo>
                    <a:pt x="364448" y="336923"/>
                    <a:pt x="363585" y="348996"/>
                    <a:pt x="355947" y="356664"/>
                  </a:cubicBezTo>
                  <a:lnTo>
                    <a:pt x="323026" y="389555"/>
                  </a:lnTo>
                  <a:cubicBezTo>
                    <a:pt x="315388" y="397192"/>
                    <a:pt x="303285" y="398085"/>
                    <a:pt x="294632" y="391618"/>
                  </a:cubicBezTo>
                  <a:lnTo>
                    <a:pt x="262141" y="367350"/>
                  </a:lnTo>
                  <a:cubicBezTo>
                    <a:pt x="250006" y="372432"/>
                    <a:pt x="246743" y="373756"/>
                    <a:pt x="234578" y="378776"/>
                  </a:cubicBezTo>
                  <a:lnTo>
                    <a:pt x="228757" y="418904"/>
                  </a:lnTo>
                  <a:cubicBezTo>
                    <a:pt x="227217" y="429590"/>
                    <a:pt x="218040" y="437505"/>
                    <a:pt x="207230" y="437505"/>
                  </a:cubicBezTo>
                  <a:lnTo>
                    <a:pt x="160666" y="437505"/>
                  </a:lnTo>
                  <a:cubicBezTo>
                    <a:pt x="149887" y="437505"/>
                    <a:pt x="140709" y="429590"/>
                    <a:pt x="139138" y="418904"/>
                  </a:cubicBezTo>
                  <a:lnTo>
                    <a:pt x="133318" y="378776"/>
                  </a:lnTo>
                  <a:cubicBezTo>
                    <a:pt x="121184" y="373756"/>
                    <a:pt x="117920" y="372432"/>
                    <a:pt x="105755" y="367350"/>
                  </a:cubicBezTo>
                  <a:lnTo>
                    <a:pt x="73295" y="391618"/>
                  </a:lnTo>
                  <a:cubicBezTo>
                    <a:pt x="64610" y="398085"/>
                    <a:pt x="52538" y="397192"/>
                    <a:pt x="44900" y="389555"/>
                  </a:cubicBezTo>
                  <a:lnTo>
                    <a:pt x="11979" y="356664"/>
                  </a:lnTo>
                  <a:cubicBezTo>
                    <a:pt x="4341" y="348996"/>
                    <a:pt x="3478" y="336923"/>
                    <a:pt x="9915" y="328239"/>
                  </a:cubicBezTo>
                  <a:lnTo>
                    <a:pt x="34152" y="295779"/>
                  </a:lnTo>
                  <a:cubicBezTo>
                    <a:pt x="29132" y="283615"/>
                    <a:pt x="27778" y="280350"/>
                    <a:pt x="22757" y="268217"/>
                  </a:cubicBezTo>
                  <a:lnTo>
                    <a:pt x="-17371" y="262365"/>
                  </a:lnTo>
                  <a:cubicBezTo>
                    <a:pt x="-28057" y="260825"/>
                    <a:pt x="-36003" y="251648"/>
                    <a:pt x="-36003" y="240869"/>
                  </a:cubicBezTo>
                  <a:lnTo>
                    <a:pt x="-36003" y="194305"/>
                  </a:lnTo>
                  <a:cubicBezTo>
                    <a:pt x="-36003" y="183495"/>
                    <a:pt x="-28057" y="174318"/>
                    <a:pt x="-17371" y="172778"/>
                  </a:cubicBezTo>
                  <a:lnTo>
                    <a:pt x="22757" y="166927"/>
                  </a:lnTo>
                  <a:cubicBezTo>
                    <a:pt x="27778" y="154793"/>
                    <a:pt x="29132" y="151529"/>
                    <a:pt x="34152" y="139364"/>
                  </a:cubicBezTo>
                  <a:lnTo>
                    <a:pt x="9915" y="106905"/>
                  </a:lnTo>
                  <a:cubicBezTo>
                    <a:pt x="3478" y="98220"/>
                    <a:pt x="4341" y="86148"/>
                    <a:pt x="11979" y="78479"/>
                  </a:cubicBezTo>
                  <a:lnTo>
                    <a:pt x="44900" y="45589"/>
                  </a:lnTo>
                  <a:cubicBezTo>
                    <a:pt x="52538" y="37951"/>
                    <a:pt x="64610" y="37058"/>
                    <a:pt x="73295" y="43525"/>
                  </a:cubicBezTo>
                  <a:lnTo>
                    <a:pt x="105755" y="67762"/>
                  </a:lnTo>
                  <a:cubicBezTo>
                    <a:pt x="117920" y="62743"/>
                    <a:pt x="121184" y="61387"/>
                    <a:pt x="133318" y="56368"/>
                  </a:cubicBezTo>
                  <a:lnTo>
                    <a:pt x="139138" y="16240"/>
                  </a:lnTo>
                  <a:cubicBezTo>
                    <a:pt x="140709" y="5553"/>
                    <a:pt x="149887" y="-2361"/>
                    <a:pt x="160666" y="-2361"/>
                  </a:cubicBezTo>
                  <a:lnTo>
                    <a:pt x="207230" y="-2361"/>
                  </a:lnTo>
                  <a:cubicBezTo>
                    <a:pt x="218040" y="-2361"/>
                    <a:pt x="227217" y="5553"/>
                    <a:pt x="228757" y="16240"/>
                  </a:cubicBezTo>
                  <a:lnTo>
                    <a:pt x="234578" y="56368"/>
                  </a:lnTo>
                  <a:cubicBezTo>
                    <a:pt x="246743" y="61387"/>
                    <a:pt x="250006" y="62743"/>
                    <a:pt x="262141" y="67762"/>
                  </a:cubicBezTo>
                  <a:lnTo>
                    <a:pt x="294632" y="43525"/>
                  </a:lnTo>
                  <a:cubicBezTo>
                    <a:pt x="303285" y="37058"/>
                    <a:pt x="315388" y="37951"/>
                    <a:pt x="323026" y="45589"/>
                  </a:cubicBezTo>
                  <a:lnTo>
                    <a:pt x="355947" y="78479"/>
                  </a:lnTo>
                  <a:cubicBezTo>
                    <a:pt x="363585" y="86148"/>
                    <a:pt x="364448" y="98251"/>
                    <a:pt x="357980" y="106905"/>
                  </a:cubicBezTo>
                  <a:lnTo>
                    <a:pt x="333682" y="139456"/>
                  </a:lnTo>
                  <a:cubicBezTo>
                    <a:pt x="338701" y="151590"/>
                    <a:pt x="340026" y="154824"/>
                    <a:pt x="345046" y="166927"/>
                  </a:cubicBezTo>
                  <a:lnTo>
                    <a:pt x="385267" y="172778"/>
                  </a:lnTo>
                  <a:cubicBezTo>
                    <a:pt x="395983" y="174318"/>
                    <a:pt x="403899" y="183495"/>
                    <a:pt x="403899" y="194305"/>
                  </a:cubicBezTo>
                  <a:lnTo>
                    <a:pt x="403899" y="240869"/>
                  </a:lnTo>
                  <a:cubicBezTo>
                    <a:pt x="403899" y="251648"/>
                    <a:pt x="395983" y="260825"/>
                    <a:pt x="385267" y="262365"/>
                  </a:cubicBezTo>
                </a:path>
              </a:pathLst>
            </a:custGeom>
            <a:solidFill>
              <a:srgbClr val="03E4C4"/>
            </a:solidFill>
            <a:ln w="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37D916A6-FCDF-290B-3730-2E2C4C43FF6A}"/>
                </a:ext>
              </a:extLst>
            </p:cNvPr>
            <p:cNvSpPr/>
            <p:nvPr/>
          </p:nvSpPr>
          <p:spPr>
            <a:xfrm flipV="1">
              <a:off x="9222063" y="4918327"/>
              <a:ext cx="265314" cy="411748"/>
            </a:xfrm>
            <a:custGeom>
              <a:avLst/>
              <a:gdLst>
                <a:gd name="connsiteX0" fmla="*/ 175899 w 265314"/>
                <a:gd name="connsiteY0" fmla="*/ 314888 h 411748"/>
                <a:gd name="connsiteX1" fmla="*/ 165737 w 265314"/>
                <a:gd name="connsiteY1" fmla="*/ 304725 h 411748"/>
                <a:gd name="connsiteX2" fmla="*/ 29583 w 265314"/>
                <a:gd name="connsiteY2" fmla="*/ 304725 h 411748"/>
                <a:gd name="connsiteX3" fmla="*/ 19421 w 265314"/>
                <a:gd name="connsiteY3" fmla="*/ 314888 h 411748"/>
                <a:gd name="connsiteX4" fmla="*/ 19421 w 265314"/>
                <a:gd name="connsiteY4" fmla="*/ 334259 h 411748"/>
                <a:gd name="connsiteX5" fmla="*/ 29583 w 265314"/>
                <a:gd name="connsiteY5" fmla="*/ 344452 h 411748"/>
                <a:gd name="connsiteX6" fmla="*/ 165737 w 265314"/>
                <a:gd name="connsiteY6" fmla="*/ 344452 h 411748"/>
                <a:gd name="connsiteX7" fmla="*/ 175899 w 265314"/>
                <a:gd name="connsiteY7" fmla="*/ 334259 h 411748"/>
                <a:gd name="connsiteX8" fmla="*/ 175899 w 265314"/>
                <a:gd name="connsiteY8" fmla="*/ 236110 h 411748"/>
                <a:gd name="connsiteX9" fmla="*/ 165737 w 265314"/>
                <a:gd name="connsiteY9" fmla="*/ 225917 h 411748"/>
                <a:gd name="connsiteX10" fmla="*/ 29583 w 265314"/>
                <a:gd name="connsiteY10" fmla="*/ 225917 h 411748"/>
                <a:gd name="connsiteX11" fmla="*/ 19421 w 265314"/>
                <a:gd name="connsiteY11" fmla="*/ 236110 h 411748"/>
                <a:gd name="connsiteX12" fmla="*/ 19421 w 265314"/>
                <a:gd name="connsiteY12" fmla="*/ 255481 h 411748"/>
                <a:gd name="connsiteX13" fmla="*/ 29583 w 265314"/>
                <a:gd name="connsiteY13" fmla="*/ 265675 h 411748"/>
                <a:gd name="connsiteX14" fmla="*/ 165737 w 265314"/>
                <a:gd name="connsiteY14" fmla="*/ 265675 h 411748"/>
                <a:gd name="connsiteX15" fmla="*/ 175899 w 265314"/>
                <a:gd name="connsiteY15" fmla="*/ 255481 h 411748"/>
                <a:gd name="connsiteX16" fmla="*/ 175899 w 265314"/>
                <a:gd name="connsiteY16" fmla="*/ 157333 h 411748"/>
                <a:gd name="connsiteX17" fmla="*/ 165737 w 265314"/>
                <a:gd name="connsiteY17" fmla="*/ 147170 h 411748"/>
                <a:gd name="connsiteX18" fmla="*/ 29583 w 265314"/>
                <a:gd name="connsiteY18" fmla="*/ 147170 h 411748"/>
                <a:gd name="connsiteX19" fmla="*/ 19421 w 265314"/>
                <a:gd name="connsiteY19" fmla="*/ 157333 h 411748"/>
                <a:gd name="connsiteX20" fmla="*/ 19421 w 265314"/>
                <a:gd name="connsiteY20" fmla="*/ 176704 h 411748"/>
                <a:gd name="connsiteX21" fmla="*/ 29583 w 265314"/>
                <a:gd name="connsiteY21" fmla="*/ 186898 h 411748"/>
                <a:gd name="connsiteX22" fmla="*/ 165737 w 265314"/>
                <a:gd name="connsiteY22" fmla="*/ 186898 h 411748"/>
                <a:gd name="connsiteX23" fmla="*/ 175899 w 265314"/>
                <a:gd name="connsiteY23" fmla="*/ 176704 h 411748"/>
                <a:gd name="connsiteX24" fmla="*/ 97676 w 265314"/>
                <a:gd name="connsiteY24" fmla="*/ 50254 h 411748"/>
                <a:gd name="connsiteX25" fmla="*/ 68727 w 265314"/>
                <a:gd name="connsiteY25" fmla="*/ 79172 h 411748"/>
                <a:gd name="connsiteX26" fmla="*/ 97676 w 265314"/>
                <a:gd name="connsiteY26" fmla="*/ 108120 h 411748"/>
                <a:gd name="connsiteX27" fmla="*/ 126593 w 265314"/>
                <a:gd name="connsiteY27" fmla="*/ 79172 h 411748"/>
                <a:gd name="connsiteX28" fmla="*/ 97676 w 265314"/>
                <a:gd name="connsiteY28" fmla="*/ 50254 h 411748"/>
                <a:gd name="connsiteX29" fmla="*/ 194993 w 265314"/>
                <a:gd name="connsiteY29" fmla="*/ 410819 h 411748"/>
                <a:gd name="connsiteX30" fmla="*/ 327 w 265314"/>
                <a:gd name="connsiteY30" fmla="*/ 410819 h 411748"/>
                <a:gd name="connsiteX31" fmla="*/ -34997 w 265314"/>
                <a:gd name="connsiteY31" fmla="*/ 375495 h 411748"/>
                <a:gd name="connsiteX32" fmla="*/ -34997 w 265314"/>
                <a:gd name="connsiteY32" fmla="*/ 34394 h 411748"/>
                <a:gd name="connsiteX33" fmla="*/ 327 w 265314"/>
                <a:gd name="connsiteY33" fmla="*/ -930 h 411748"/>
                <a:gd name="connsiteX34" fmla="*/ 194993 w 265314"/>
                <a:gd name="connsiteY34" fmla="*/ -930 h 411748"/>
                <a:gd name="connsiteX35" fmla="*/ 230317 w 265314"/>
                <a:gd name="connsiteY35" fmla="*/ 34394 h 411748"/>
                <a:gd name="connsiteX36" fmla="*/ 230317 w 265314"/>
                <a:gd name="connsiteY36" fmla="*/ 375495 h 411748"/>
                <a:gd name="connsiteX37" fmla="*/ 194993 w 265314"/>
                <a:gd name="connsiteY37" fmla="*/ 410819 h 41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65314" h="411748">
                  <a:moveTo>
                    <a:pt x="175899" y="314888"/>
                  </a:moveTo>
                  <a:cubicBezTo>
                    <a:pt x="175899" y="309252"/>
                    <a:pt x="171373" y="304725"/>
                    <a:pt x="165737" y="304725"/>
                  </a:cubicBezTo>
                  <a:lnTo>
                    <a:pt x="29583" y="304725"/>
                  </a:lnTo>
                  <a:cubicBezTo>
                    <a:pt x="23979" y="304725"/>
                    <a:pt x="19421" y="309252"/>
                    <a:pt x="19421" y="314888"/>
                  </a:cubicBezTo>
                  <a:lnTo>
                    <a:pt x="19421" y="334259"/>
                  </a:lnTo>
                  <a:cubicBezTo>
                    <a:pt x="19421" y="339895"/>
                    <a:pt x="23979" y="344452"/>
                    <a:pt x="29583" y="344452"/>
                  </a:cubicBezTo>
                  <a:lnTo>
                    <a:pt x="165737" y="344452"/>
                  </a:lnTo>
                  <a:cubicBezTo>
                    <a:pt x="171373" y="344452"/>
                    <a:pt x="175899" y="339895"/>
                    <a:pt x="175899" y="334259"/>
                  </a:cubicBezTo>
                  <a:close/>
                  <a:moveTo>
                    <a:pt x="175899" y="236110"/>
                  </a:moveTo>
                  <a:cubicBezTo>
                    <a:pt x="175899" y="230475"/>
                    <a:pt x="171373" y="225917"/>
                    <a:pt x="165737" y="225917"/>
                  </a:cubicBezTo>
                  <a:lnTo>
                    <a:pt x="29583" y="225917"/>
                  </a:lnTo>
                  <a:cubicBezTo>
                    <a:pt x="23979" y="225917"/>
                    <a:pt x="19421" y="230475"/>
                    <a:pt x="19421" y="236110"/>
                  </a:cubicBezTo>
                  <a:lnTo>
                    <a:pt x="19421" y="255481"/>
                  </a:lnTo>
                  <a:cubicBezTo>
                    <a:pt x="19421" y="261117"/>
                    <a:pt x="23979" y="265675"/>
                    <a:pt x="29583" y="265675"/>
                  </a:cubicBezTo>
                  <a:lnTo>
                    <a:pt x="165737" y="265675"/>
                  </a:lnTo>
                  <a:cubicBezTo>
                    <a:pt x="171373" y="265675"/>
                    <a:pt x="175899" y="261117"/>
                    <a:pt x="175899" y="255481"/>
                  </a:cubicBezTo>
                  <a:close/>
                  <a:moveTo>
                    <a:pt x="175899" y="157333"/>
                  </a:moveTo>
                  <a:cubicBezTo>
                    <a:pt x="175899" y="151697"/>
                    <a:pt x="171373" y="147170"/>
                    <a:pt x="165737" y="147170"/>
                  </a:cubicBezTo>
                  <a:lnTo>
                    <a:pt x="29583" y="147170"/>
                  </a:lnTo>
                  <a:cubicBezTo>
                    <a:pt x="23979" y="147170"/>
                    <a:pt x="19421" y="151697"/>
                    <a:pt x="19421" y="157333"/>
                  </a:cubicBezTo>
                  <a:lnTo>
                    <a:pt x="19421" y="176704"/>
                  </a:lnTo>
                  <a:cubicBezTo>
                    <a:pt x="19421" y="182340"/>
                    <a:pt x="23979" y="186898"/>
                    <a:pt x="29583" y="186898"/>
                  </a:cubicBezTo>
                  <a:lnTo>
                    <a:pt x="165737" y="186898"/>
                  </a:lnTo>
                  <a:cubicBezTo>
                    <a:pt x="171373" y="186898"/>
                    <a:pt x="175899" y="182340"/>
                    <a:pt x="175899" y="176704"/>
                  </a:cubicBezTo>
                  <a:close/>
                  <a:moveTo>
                    <a:pt x="97676" y="50254"/>
                  </a:moveTo>
                  <a:cubicBezTo>
                    <a:pt x="81691" y="50254"/>
                    <a:pt x="68727" y="63188"/>
                    <a:pt x="68727" y="79172"/>
                  </a:cubicBezTo>
                  <a:cubicBezTo>
                    <a:pt x="68727" y="95155"/>
                    <a:pt x="81691" y="108120"/>
                    <a:pt x="97676" y="108120"/>
                  </a:cubicBezTo>
                  <a:cubicBezTo>
                    <a:pt x="113629" y="108120"/>
                    <a:pt x="126593" y="95155"/>
                    <a:pt x="126593" y="79172"/>
                  </a:cubicBezTo>
                  <a:cubicBezTo>
                    <a:pt x="126593" y="63188"/>
                    <a:pt x="113629" y="50254"/>
                    <a:pt x="97676" y="50254"/>
                  </a:cubicBezTo>
                  <a:close/>
                  <a:moveTo>
                    <a:pt x="194993" y="410819"/>
                  </a:moveTo>
                  <a:lnTo>
                    <a:pt x="327" y="410819"/>
                  </a:lnTo>
                  <a:cubicBezTo>
                    <a:pt x="-19168" y="410819"/>
                    <a:pt x="-34997" y="395020"/>
                    <a:pt x="-34997" y="375495"/>
                  </a:cubicBezTo>
                  <a:lnTo>
                    <a:pt x="-34997" y="34394"/>
                  </a:lnTo>
                  <a:cubicBezTo>
                    <a:pt x="-34997" y="14869"/>
                    <a:pt x="-19168" y="-930"/>
                    <a:pt x="327" y="-930"/>
                  </a:cubicBezTo>
                  <a:lnTo>
                    <a:pt x="194993" y="-930"/>
                  </a:lnTo>
                  <a:cubicBezTo>
                    <a:pt x="214518" y="-930"/>
                    <a:pt x="230317" y="14869"/>
                    <a:pt x="230317" y="34394"/>
                  </a:cubicBezTo>
                  <a:lnTo>
                    <a:pt x="230317" y="375495"/>
                  </a:lnTo>
                  <a:cubicBezTo>
                    <a:pt x="230317" y="395020"/>
                    <a:pt x="214518" y="410819"/>
                    <a:pt x="194993" y="410819"/>
                  </a:cubicBezTo>
                </a:path>
              </a:pathLst>
            </a:custGeom>
            <a:solidFill>
              <a:srgbClr val="0197F9"/>
            </a:solidFill>
            <a:ln w="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B2F2EE03-BFDB-B5DD-241A-9CF25BC7BFB9}"/>
                </a:ext>
              </a:extLst>
            </p:cNvPr>
            <p:cNvSpPr/>
            <p:nvPr/>
          </p:nvSpPr>
          <p:spPr>
            <a:xfrm flipV="1">
              <a:off x="9936978" y="4918327"/>
              <a:ext cx="265314" cy="411748"/>
            </a:xfrm>
            <a:custGeom>
              <a:avLst/>
              <a:gdLst>
                <a:gd name="connsiteX0" fmla="*/ 173888 w 265314"/>
                <a:gd name="connsiteY0" fmla="*/ 314888 h 411748"/>
                <a:gd name="connsiteX1" fmla="*/ 163725 w 265314"/>
                <a:gd name="connsiteY1" fmla="*/ 304725 h 411748"/>
                <a:gd name="connsiteX2" fmla="*/ 27573 w 265314"/>
                <a:gd name="connsiteY2" fmla="*/ 304725 h 411748"/>
                <a:gd name="connsiteX3" fmla="*/ 17410 w 265314"/>
                <a:gd name="connsiteY3" fmla="*/ 314888 h 411748"/>
                <a:gd name="connsiteX4" fmla="*/ 17410 w 265314"/>
                <a:gd name="connsiteY4" fmla="*/ 334259 h 411748"/>
                <a:gd name="connsiteX5" fmla="*/ 27573 w 265314"/>
                <a:gd name="connsiteY5" fmla="*/ 344452 h 411748"/>
                <a:gd name="connsiteX6" fmla="*/ 163725 w 265314"/>
                <a:gd name="connsiteY6" fmla="*/ 344452 h 411748"/>
                <a:gd name="connsiteX7" fmla="*/ 173888 w 265314"/>
                <a:gd name="connsiteY7" fmla="*/ 334259 h 411748"/>
                <a:gd name="connsiteX8" fmla="*/ 173888 w 265314"/>
                <a:gd name="connsiteY8" fmla="*/ 236110 h 411748"/>
                <a:gd name="connsiteX9" fmla="*/ 163725 w 265314"/>
                <a:gd name="connsiteY9" fmla="*/ 225917 h 411748"/>
                <a:gd name="connsiteX10" fmla="*/ 27573 w 265314"/>
                <a:gd name="connsiteY10" fmla="*/ 225917 h 411748"/>
                <a:gd name="connsiteX11" fmla="*/ 17410 w 265314"/>
                <a:gd name="connsiteY11" fmla="*/ 236110 h 411748"/>
                <a:gd name="connsiteX12" fmla="*/ 17410 w 265314"/>
                <a:gd name="connsiteY12" fmla="*/ 255481 h 411748"/>
                <a:gd name="connsiteX13" fmla="*/ 27573 w 265314"/>
                <a:gd name="connsiteY13" fmla="*/ 265675 h 411748"/>
                <a:gd name="connsiteX14" fmla="*/ 163725 w 265314"/>
                <a:gd name="connsiteY14" fmla="*/ 265675 h 411748"/>
                <a:gd name="connsiteX15" fmla="*/ 173888 w 265314"/>
                <a:gd name="connsiteY15" fmla="*/ 255481 h 411748"/>
                <a:gd name="connsiteX16" fmla="*/ 173888 w 265314"/>
                <a:gd name="connsiteY16" fmla="*/ 157333 h 411748"/>
                <a:gd name="connsiteX17" fmla="*/ 163725 w 265314"/>
                <a:gd name="connsiteY17" fmla="*/ 147170 h 411748"/>
                <a:gd name="connsiteX18" fmla="*/ 27573 w 265314"/>
                <a:gd name="connsiteY18" fmla="*/ 147170 h 411748"/>
                <a:gd name="connsiteX19" fmla="*/ 17410 w 265314"/>
                <a:gd name="connsiteY19" fmla="*/ 157333 h 411748"/>
                <a:gd name="connsiteX20" fmla="*/ 17410 w 265314"/>
                <a:gd name="connsiteY20" fmla="*/ 176704 h 411748"/>
                <a:gd name="connsiteX21" fmla="*/ 27573 w 265314"/>
                <a:gd name="connsiteY21" fmla="*/ 186898 h 411748"/>
                <a:gd name="connsiteX22" fmla="*/ 163725 w 265314"/>
                <a:gd name="connsiteY22" fmla="*/ 186898 h 411748"/>
                <a:gd name="connsiteX23" fmla="*/ 173888 w 265314"/>
                <a:gd name="connsiteY23" fmla="*/ 176704 h 411748"/>
                <a:gd name="connsiteX24" fmla="*/ 95634 w 265314"/>
                <a:gd name="connsiteY24" fmla="*/ 50254 h 411748"/>
                <a:gd name="connsiteX25" fmla="*/ 66715 w 265314"/>
                <a:gd name="connsiteY25" fmla="*/ 79172 h 411748"/>
                <a:gd name="connsiteX26" fmla="*/ 95634 w 265314"/>
                <a:gd name="connsiteY26" fmla="*/ 108120 h 411748"/>
                <a:gd name="connsiteX27" fmla="*/ 124583 w 265314"/>
                <a:gd name="connsiteY27" fmla="*/ 79172 h 411748"/>
                <a:gd name="connsiteX28" fmla="*/ 95634 w 265314"/>
                <a:gd name="connsiteY28" fmla="*/ 50254 h 411748"/>
                <a:gd name="connsiteX29" fmla="*/ 192982 w 265314"/>
                <a:gd name="connsiteY29" fmla="*/ 410819 h 411748"/>
                <a:gd name="connsiteX30" fmla="*/ -1684 w 265314"/>
                <a:gd name="connsiteY30" fmla="*/ 410819 h 411748"/>
                <a:gd name="connsiteX31" fmla="*/ -37009 w 265314"/>
                <a:gd name="connsiteY31" fmla="*/ 375495 h 411748"/>
                <a:gd name="connsiteX32" fmla="*/ -37009 w 265314"/>
                <a:gd name="connsiteY32" fmla="*/ 34394 h 411748"/>
                <a:gd name="connsiteX33" fmla="*/ -1684 w 265314"/>
                <a:gd name="connsiteY33" fmla="*/ -930 h 411748"/>
                <a:gd name="connsiteX34" fmla="*/ 192982 w 265314"/>
                <a:gd name="connsiteY34" fmla="*/ -930 h 411748"/>
                <a:gd name="connsiteX35" fmla="*/ 228305 w 265314"/>
                <a:gd name="connsiteY35" fmla="*/ 34394 h 411748"/>
                <a:gd name="connsiteX36" fmla="*/ 228305 w 265314"/>
                <a:gd name="connsiteY36" fmla="*/ 375495 h 411748"/>
                <a:gd name="connsiteX37" fmla="*/ 192982 w 265314"/>
                <a:gd name="connsiteY37" fmla="*/ 410819 h 41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65314" h="411748">
                  <a:moveTo>
                    <a:pt x="173888" y="314888"/>
                  </a:moveTo>
                  <a:cubicBezTo>
                    <a:pt x="173888" y="309252"/>
                    <a:pt x="169329" y="304725"/>
                    <a:pt x="163725" y="304725"/>
                  </a:cubicBezTo>
                  <a:lnTo>
                    <a:pt x="27573" y="304725"/>
                  </a:lnTo>
                  <a:cubicBezTo>
                    <a:pt x="21937" y="304725"/>
                    <a:pt x="17410" y="309252"/>
                    <a:pt x="17410" y="314888"/>
                  </a:cubicBezTo>
                  <a:lnTo>
                    <a:pt x="17410" y="334259"/>
                  </a:lnTo>
                  <a:cubicBezTo>
                    <a:pt x="17410" y="339895"/>
                    <a:pt x="21937" y="344452"/>
                    <a:pt x="27573" y="344452"/>
                  </a:cubicBezTo>
                  <a:lnTo>
                    <a:pt x="163725" y="344452"/>
                  </a:lnTo>
                  <a:cubicBezTo>
                    <a:pt x="169329" y="344452"/>
                    <a:pt x="173888" y="339895"/>
                    <a:pt x="173888" y="334259"/>
                  </a:cubicBezTo>
                  <a:close/>
                  <a:moveTo>
                    <a:pt x="173888" y="236110"/>
                  </a:moveTo>
                  <a:cubicBezTo>
                    <a:pt x="173888" y="230475"/>
                    <a:pt x="169329" y="225917"/>
                    <a:pt x="163725" y="225917"/>
                  </a:cubicBezTo>
                  <a:lnTo>
                    <a:pt x="27573" y="225917"/>
                  </a:lnTo>
                  <a:cubicBezTo>
                    <a:pt x="21937" y="225917"/>
                    <a:pt x="17410" y="230475"/>
                    <a:pt x="17410" y="236110"/>
                  </a:cubicBezTo>
                  <a:lnTo>
                    <a:pt x="17410" y="255481"/>
                  </a:lnTo>
                  <a:cubicBezTo>
                    <a:pt x="17410" y="261117"/>
                    <a:pt x="21937" y="265675"/>
                    <a:pt x="27573" y="265675"/>
                  </a:cubicBezTo>
                  <a:lnTo>
                    <a:pt x="163725" y="265675"/>
                  </a:lnTo>
                  <a:cubicBezTo>
                    <a:pt x="169329" y="265675"/>
                    <a:pt x="173888" y="261117"/>
                    <a:pt x="173888" y="255481"/>
                  </a:cubicBezTo>
                  <a:close/>
                  <a:moveTo>
                    <a:pt x="173888" y="157333"/>
                  </a:moveTo>
                  <a:cubicBezTo>
                    <a:pt x="173888" y="151697"/>
                    <a:pt x="169329" y="147170"/>
                    <a:pt x="163725" y="147170"/>
                  </a:cubicBezTo>
                  <a:lnTo>
                    <a:pt x="27573" y="147170"/>
                  </a:lnTo>
                  <a:cubicBezTo>
                    <a:pt x="21937" y="147170"/>
                    <a:pt x="17410" y="151697"/>
                    <a:pt x="17410" y="157333"/>
                  </a:cubicBezTo>
                  <a:lnTo>
                    <a:pt x="17410" y="176704"/>
                  </a:lnTo>
                  <a:cubicBezTo>
                    <a:pt x="17410" y="182340"/>
                    <a:pt x="21937" y="186898"/>
                    <a:pt x="27573" y="186898"/>
                  </a:cubicBezTo>
                  <a:lnTo>
                    <a:pt x="163725" y="186898"/>
                  </a:lnTo>
                  <a:cubicBezTo>
                    <a:pt x="169329" y="186898"/>
                    <a:pt x="173888" y="182340"/>
                    <a:pt x="173888" y="176704"/>
                  </a:cubicBezTo>
                  <a:close/>
                  <a:moveTo>
                    <a:pt x="95634" y="50254"/>
                  </a:moveTo>
                  <a:cubicBezTo>
                    <a:pt x="79649" y="50254"/>
                    <a:pt x="66715" y="63188"/>
                    <a:pt x="66715" y="79172"/>
                  </a:cubicBezTo>
                  <a:cubicBezTo>
                    <a:pt x="66715" y="95155"/>
                    <a:pt x="79649" y="108120"/>
                    <a:pt x="95634" y="108120"/>
                  </a:cubicBezTo>
                  <a:cubicBezTo>
                    <a:pt x="111617" y="108120"/>
                    <a:pt x="124583" y="95155"/>
                    <a:pt x="124583" y="79172"/>
                  </a:cubicBezTo>
                  <a:cubicBezTo>
                    <a:pt x="124583" y="63188"/>
                    <a:pt x="111617" y="50254"/>
                    <a:pt x="95634" y="50254"/>
                  </a:cubicBezTo>
                  <a:close/>
                  <a:moveTo>
                    <a:pt x="192982" y="410819"/>
                  </a:moveTo>
                  <a:lnTo>
                    <a:pt x="-1684" y="410819"/>
                  </a:lnTo>
                  <a:cubicBezTo>
                    <a:pt x="-21179" y="410819"/>
                    <a:pt x="-37009" y="395020"/>
                    <a:pt x="-37009" y="375495"/>
                  </a:cubicBezTo>
                  <a:lnTo>
                    <a:pt x="-37009" y="34394"/>
                  </a:lnTo>
                  <a:cubicBezTo>
                    <a:pt x="-37009" y="14869"/>
                    <a:pt x="-21179" y="-930"/>
                    <a:pt x="-1684" y="-930"/>
                  </a:cubicBezTo>
                  <a:lnTo>
                    <a:pt x="192982" y="-930"/>
                  </a:lnTo>
                  <a:cubicBezTo>
                    <a:pt x="212476" y="-930"/>
                    <a:pt x="228305" y="14869"/>
                    <a:pt x="228305" y="34394"/>
                  </a:cubicBezTo>
                  <a:lnTo>
                    <a:pt x="228305" y="375495"/>
                  </a:lnTo>
                  <a:cubicBezTo>
                    <a:pt x="228305" y="395020"/>
                    <a:pt x="212476" y="410819"/>
                    <a:pt x="192982" y="410819"/>
                  </a:cubicBezTo>
                </a:path>
              </a:pathLst>
            </a:custGeom>
            <a:solidFill>
              <a:srgbClr val="0197F9"/>
            </a:solidFill>
            <a:ln w="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477D9937-4D29-5EBE-5E73-2537897C107C}"/>
                </a:ext>
              </a:extLst>
            </p:cNvPr>
            <p:cNvSpPr/>
            <p:nvPr/>
          </p:nvSpPr>
          <p:spPr>
            <a:xfrm flipV="1">
              <a:off x="9331484" y="4668228"/>
              <a:ext cx="130855" cy="203626"/>
            </a:xfrm>
            <a:custGeom>
              <a:avLst/>
              <a:gdLst>
                <a:gd name="connsiteX0" fmla="*/ 11356 w 130855"/>
                <a:gd name="connsiteY0" fmla="*/ 154921 h 203626"/>
                <a:gd name="connsiteX1" fmla="*/ 79170 w 130855"/>
                <a:gd name="connsiteY1" fmla="*/ 154921 h 203626"/>
                <a:gd name="connsiteX2" fmla="*/ 79170 w 130855"/>
                <a:gd name="connsiteY2" fmla="*/ 157631 h 203626"/>
                <a:gd name="connsiteX3" fmla="*/ 95739 w 130855"/>
                <a:gd name="connsiteY3" fmla="*/ 201393 h 203626"/>
                <a:gd name="connsiteX4" fmla="*/ -11896 w 130855"/>
                <a:gd name="connsiteY4" fmla="*/ 201393 h 203626"/>
                <a:gd name="connsiteX5" fmla="*/ -35116 w 130855"/>
                <a:gd name="connsiteY5" fmla="*/ 178172 h 203626"/>
                <a:gd name="connsiteX6" fmla="*/ -35116 w 130855"/>
                <a:gd name="connsiteY6" fmla="*/ -2233 h 203626"/>
                <a:gd name="connsiteX7" fmla="*/ 11356 w 130855"/>
                <a:gd name="connsiteY7" fmla="*/ -2233 h 203626"/>
                <a:gd name="connsiteX8" fmla="*/ 11356 w 130855"/>
                <a:gd name="connsiteY8" fmla="*/ 154921 h 203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855" h="203626">
                  <a:moveTo>
                    <a:pt x="11356" y="154921"/>
                  </a:moveTo>
                  <a:lnTo>
                    <a:pt x="79170" y="154921"/>
                  </a:lnTo>
                  <a:lnTo>
                    <a:pt x="79170" y="157631"/>
                  </a:lnTo>
                  <a:cubicBezTo>
                    <a:pt x="79170" y="174230"/>
                    <a:pt x="85576" y="189413"/>
                    <a:pt x="95739" y="201393"/>
                  </a:cubicBezTo>
                  <a:lnTo>
                    <a:pt x="-11896" y="201393"/>
                  </a:lnTo>
                  <a:cubicBezTo>
                    <a:pt x="-24738" y="201393"/>
                    <a:pt x="-35116" y="191015"/>
                    <a:pt x="-35116" y="178172"/>
                  </a:cubicBezTo>
                  <a:lnTo>
                    <a:pt x="-35116" y="-2233"/>
                  </a:lnTo>
                  <a:lnTo>
                    <a:pt x="11356" y="-2233"/>
                  </a:lnTo>
                  <a:lnTo>
                    <a:pt x="11356" y="154921"/>
                  </a:lnTo>
                </a:path>
              </a:pathLst>
            </a:custGeom>
            <a:solidFill>
              <a:srgbClr val="0197F9"/>
            </a:solidFill>
            <a:ln w="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A45167D5-679C-11DE-2CCA-0EA9F7F29B5B}"/>
                </a:ext>
              </a:extLst>
            </p:cNvPr>
            <p:cNvSpPr/>
            <p:nvPr/>
          </p:nvSpPr>
          <p:spPr>
            <a:xfrm flipV="1">
              <a:off x="9961986" y="4668228"/>
              <a:ext cx="130886" cy="203626"/>
            </a:xfrm>
            <a:custGeom>
              <a:avLst/>
              <a:gdLst>
                <a:gd name="connsiteX0" fmla="*/ -20291 w 130886"/>
                <a:gd name="connsiteY0" fmla="*/ 154921 h 203626"/>
                <a:gd name="connsiteX1" fmla="*/ 47523 w 130886"/>
                <a:gd name="connsiteY1" fmla="*/ 154921 h 203626"/>
                <a:gd name="connsiteX2" fmla="*/ 47523 w 130886"/>
                <a:gd name="connsiteY2" fmla="*/ -2233 h 203626"/>
                <a:gd name="connsiteX3" fmla="*/ 93996 w 130886"/>
                <a:gd name="connsiteY3" fmla="*/ -2233 h 203626"/>
                <a:gd name="connsiteX4" fmla="*/ 93996 w 130886"/>
                <a:gd name="connsiteY4" fmla="*/ 178172 h 203626"/>
                <a:gd name="connsiteX5" fmla="*/ 70745 w 130886"/>
                <a:gd name="connsiteY5" fmla="*/ 201393 h 203626"/>
                <a:gd name="connsiteX6" fmla="*/ -36890 w 130886"/>
                <a:gd name="connsiteY6" fmla="*/ 201393 h 203626"/>
                <a:gd name="connsiteX7" fmla="*/ -20291 w 130886"/>
                <a:gd name="connsiteY7" fmla="*/ 157631 h 203626"/>
                <a:gd name="connsiteX8" fmla="*/ -20291 w 130886"/>
                <a:gd name="connsiteY8" fmla="*/ 154921 h 203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886" h="203626">
                  <a:moveTo>
                    <a:pt x="-20291" y="154921"/>
                  </a:moveTo>
                  <a:lnTo>
                    <a:pt x="47523" y="154921"/>
                  </a:lnTo>
                  <a:lnTo>
                    <a:pt x="47523" y="-2233"/>
                  </a:lnTo>
                  <a:lnTo>
                    <a:pt x="93996" y="-2233"/>
                  </a:lnTo>
                  <a:lnTo>
                    <a:pt x="93996" y="178172"/>
                  </a:lnTo>
                  <a:cubicBezTo>
                    <a:pt x="93996" y="191015"/>
                    <a:pt x="83587" y="201393"/>
                    <a:pt x="70745" y="201393"/>
                  </a:cubicBezTo>
                  <a:lnTo>
                    <a:pt x="-36890" y="201393"/>
                  </a:lnTo>
                  <a:cubicBezTo>
                    <a:pt x="-26697" y="189413"/>
                    <a:pt x="-20291" y="174230"/>
                    <a:pt x="-20291" y="157631"/>
                  </a:cubicBezTo>
                  <a:lnTo>
                    <a:pt x="-20291" y="154921"/>
                  </a:lnTo>
                </a:path>
              </a:pathLst>
            </a:custGeom>
            <a:solidFill>
              <a:srgbClr val="0197F9"/>
            </a:solidFill>
            <a:ln w="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FBEE3406-CA7F-7233-A9A0-D03CEA413435}"/>
                </a:ext>
              </a:extLst>
            </p:cNvPr>
            <p:cNvSpPr/>
            <p:nvPr/>
          </p:nvSpPr>
          <p:spPr>
            <a:xfrm flipV="1">
              <a:off x="9533849" y="5138891"/>
              <a:ext cx="356657" cy="46471"/>
            </a:xfrm>
            <a:custGeom>
              <a:avLst/>
              <a:gdLst>
                <a:gd name="connsiteX0" fmla="*/ -36003 w 356657"/>
                <a:gd name="connsiteY0" fmla="*/ -790 h 46471"/>
                <a:gd name="connsiteX1" fmla="*/ 320655 w 356657"/>
                <a:gd name="connsiteY1" fmla="*/ -790 h 46471"/>
                <a:gd name="connsiteX2" fmla="*/ 320655 w 356657"/>
                <a:gd name="connsiteY2" fmla="*/ 45681 h 46471"/>
                <a:gd name="connsiteX3" fmla="*/ -36003 w 356657"/>
                <a:gd name="connsiteY3" fmla="*/ 45681 h 46471"/>
                <a:gd name="connsiteX4" fmla="*/ -36003 w 356657"/>
                <a:gd name="connsiteY4" fmla="*/ -790 h 46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657" h="46471">
                  <a:moveTo>
                    <a:pt x="-36003" y="-790"/>
                  </a:moveTo>
                  <a:lnTo>
                    <a:pt x="320655" y="-790"/>
                  </a:lnTo>
                  <a:lnTo>
                    <a:pt x="320655" y="45681"/>
                  </a:lnTo>
                  <a:lnTo>
                    <a:pt x="-36003" y="45681"/>
                  </a:lnTo>
                  <a:lnTo>
                    <a:pt x="-36003" y="-790"/>
                  </a:lnTo>
                </a:path>
              </a:pathLst>
            </a:custGeom>
            <a:solidFill>
              <a:srgbClr val="0197F9"/>
            </a:solidFill>
            <a:ln w="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C04A3151-0C76-25CD-50CD-55785D25B25B}"/>
              </a:ext>
            </a:extLst>
          </p:cNvPr>
          <p:cNvGrpSpPr/>
          <p:nvPr/>
        </p:nvGrpSpPr>
        <p:grpSpPr>
          <a:xfrm>
            <a:off x="4499575" y="589423"/>
            <a:ext cx="2384692" cy="2052137"/>
            <a:chOff x="2304408" y="1454052"/>
            <a:chExt cx="3987358" cy="3355185"/>
          </a:xfrm>
        </p:grpSpPr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075B5CA0-3097-1BBF-3314-6B1D45A4EB7A}"/>
                </a:ext>
              </a:extLst>
            </p:cNvPr>
            <p:cNvSpPr/>
            <p:nvPr/>
          </p:nvSpPr>
          <p:spPr>
            <a:xfrm flipV="1">
              <a:off x="2717617" y="1454052"/>
              <a:ext cx="3574149" cy="1957402"/>
            </a:xfrm>
            <a:custGeom>
              <a:avLst/>
              <a:gdLst>
                <a:gd name="connsiteX0" fmla="*/ 781600 w 795516"/>
                <a:gd name="connsiteY0" fmla="*/ 87817 h 448778"/>
                <a:gd name="connsiteX1" fmla="*/ 751095 w 795516"/>
                <a:gd name="connsiteY1" fmla="*/ 87817 h 448778"/>
                <a:gd name="connsiteX2" fmla="*/ 728418 w 795516"/>
                <a:gd name="connsiteY2" fmla="*/ 65137 h 448778"/>
                <a:gd name="connsiteX3" fmla="*/ 344163 w 795516"/>
                <a:gd name="connsiteY3" fmla="*/ 440706 h 448778"/>
                <a:gd name="connsiteX4" fmla="*/ -5657 w 795516"/>
                <a:gd name="connsiteY4" fmla="*/ 215287 h 448778"/>
                <a:gd name="connsiteX5" fmla="*/ 5120 w 795516"/>
                <a:gd name="connsiteY5" fmla="*/ 186708 h 448778"/>
                <a:gd name="connsiteX6" fmla="*/ 33676 w 795516"/>
                <a:gd name="connsiteY6" fmla="*/ 197487 h 448778"/>
                <a:gd name="connsiteX7" fmla="*/ 344163 w 795516"/>
                <a:gd name="connsiteY7" fmla="*/ 397538 h 448778"/>
                <a:gd name="connsiteX8" fmla="*/ 685210 w 795516"/>
                <a:gd name="connsiteY8" fmla="*/ 66129 h 448778"/>
                <a:gd name="connsiteX9" fmla="*/ 663512 w 795516"/>
                <a:gd name="connsiteY9" fmla="*/ 87817 h 448778"/>
                <a:gd name="connsiteX10" fmla="*/ 633002 w 795516"/>
                <a:gd name="connsiteY10" fmla="*/ 87817 h 448778"/>
                <a:gd name="connsiteX11" fmla="*/ 633002 w 795516"/>
                <a:gd name="connsiteY11" fmla="*/ 57307 h 448778"/>
                <a:gd name="connsiteX12" fmla="*/ 692052 w 795516"/>
                <a:gd name="connsiteY12" fmla="*/ -1756 h 448778"/>
                <a:gd name="connsiteX13" fmla="*/ 707307 w 795516"/>
                <a:gd name="connsiteY13" fmla="*/ -8072 h 448778"/>
                <a:gd name="connsiteX14" fmla="*/ 722573 w 795516"/>
                <a:gd name="connsiteY14" fmla="*/ -1756 h 448778"/>
                <a:gd name="connsiteX15" fmla="*/ 781600 w 795516"/>
                <a:gd name="connsiteY15" fmla="*/ 57307 h 448778"/>
                <a:gd name="connsiteX16" fmla="*/ 781600 w 795516"/>
                <a:gd name="connsiteY16" fmla="*/ 87817 h 44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5516" h="448778">
                  <a:moveTo>
                    <a:pt x="781600" y="87817"/>
                  </a:moveTo>
                  <a:cubicBezTo>
                    <a:pt x="773197" y="96247"/>
                    <a:pt x="759523" y="96247"/>
                    <a:pt x="751095" y="87817"/>
                  </a:cubicBezTo>
                  <a:lnTo>
                    <a:pt x="728418" y="65137"/>
                  </a:lnTo>
                  <a:cubicBezTo>
                    <a:pt x="723460" y="273018"/>
                    <a:pt x="553194" y="440706"/>
                    <a:pt x="344163" y="440706"/>
                  </a:cubicBezTo>
                  <a:cubicBezTo>
                    <a:pt x="193567" y="440706"/>
                    <a:pt x="56253" y="352230"/>
                    <a:pt x="-5657" y="215287"/>
                  </a:cubicBezTo>
                  <a:cubicBezTo>
                    <a:pt x="-10563" y="204429"/>
                    <a:pt x="-5740" y="191615"/>
                    <a:pt x="5120" y="186708"/>
                  </a:cubicBezTo>
                  <a:cubicBezTo>
                    <a:pt x="15950" y="181827"/>
                    <a:pt x="28760" y="186629"/>
                    <a:pt x="33676" y="197487"/>
                  </a:cubicBezTo>
                  <a:cubicBezTo>
                    <a:pt x="88608" y="319032"/>
                    <a:pt x="210484" y="397538"/>
                    <a:pt x="344163" y="397538"/>
                  </a:cubicBezTo>
                  <a:cubicBezTo>
                    <a:pt x="529066" y="397538"/>
                    <a:pt x="679754" y="249764"/>
                    <a:pt x="685210" y="66129"/>
                  </a:cubicBezTo>
                  <a:lnTo>
                    <a:pt x="663512" y="87817"/>
                  </a:lnTo>
                  <a:cubicBezTo>
                    <a:pt x="655099" y="96247"/>
                    <a:pt x="641415" y="96247"/>
                    <a:pt x="633002" y="87817"/>
                  </a:cubicBezTo>
                  <a:cubicBezTo>
                    <a:pt x="624571" y="79413"/>
                    <a:pt x="624571" y="65738"/>
                    <a:pt x="633002" y="57307"/>
                  </a:cubicBezTo>
                  <a:lnTo>
                    <a:pt x="692052" y="-1756"/>
                  </a:lnTo>
                  <a:cubicBezTo>
                    <a:pt x="696259" y="-5957"/>
                    <a:pt x="701783" y="-8072"/>
                    <a:pt x="707307" y="-8072"/>
                  </a:cubicBezTo>
                  <a:cubicBezTo>
                    <a:pt x="712832" y="-8072"/>
                    <a:pt x="718356" y="-5957"/>
                    <a:pt x="722573" y="-1756"/>
                  </a:cubicBezTo>
                  <a:lnTo>
                    <a:pt x="781600" y="57307"/>
                  </a:lnTo>
                  <a:cubicBezTo>
                    <a:pt x="790054" y="65738"/>
                    <a:pt x="790054" y="79413"/>
                    <a:pt x="781600" y="87817"/>
                  </a:cubicBezTo>
                </a:path>
              </a:pathLst>
            </a:custGeom>
            <a:solidFill>
              <a:srgbClr val="03E4C4"/>
            </a:solidFill>
            <a:ln w="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46C6EA0E-5E5C-F45E-575F-CBC60A813FC8}"/>
                </a:ext>
              </a:extLst>
            </p:cNvPr>
            <p:cNvSpPr/>
            <p:nvPr/>
          </p:nvSpPr>
          <p:spPr>
            <a:xfrm flipV="1">
              <a:off x="2304408" y="2853030"/>
              <a:ext cx="3575227" cy="1956207"/>
            </a:xfrm>
            <a:custGeom>
              <a:avLst/>
              <a:gdLst>
                <a:gd name="connsiteX0" fmla="*/ 775828 w 795756"/>
                <a:gd name="connsiteY0" fmla="*/ 246980 h 448504"/>
                <a:gd name="connsiteX1" fmla="*/ 747259 w 795756"/>
                <a:gd name="connsiteY1" fmla="*/ 236253 h 448504"/>
                <a:gd name="connsiteX2" fmla="*/ 436438 w 795756"/>
                <a:gd name="connsiteY2" fmla="*/ 36463 h 448504"/>
                <a:gd name="connsiteX3" fmla="*/ 95370 w 795756"/>
                <a:gd name="connsiteY3" fmla="*/ 367950 h 448504"/>
                <a:gd name="connsiteX4" fmla="*/ 117144 w 795756"/>
                <a:gd name="connsiteY4" fmla="*/ 346184 h 448504"/>
                <a:gd name="connsiteX5" fmla="*/ 132399 w 795756"/>
                <a:gd name="connsiteY5" fmla="*/ 339842 h 448504"/>
                <a:gd name="connsiteX6" fmla="*/ 147654 w 795756"/>
                <a:gd name="connsiteY6" fmla="*/ 346184 h 448504"/>
                <a:gd name="connsiteX7" fmla="*/ 147654 w 795756"/>
                <a:gd name="connsiteY7" fmla="*/ 376694 h 448504"/>
                <a:gd name="connsiteX8" fmla="*/ 88604 w 795756"/>
                <a:gd name="connsiteY8" fmla="*/ 435757 h 448504"/>
                <a:gd name="connsiteX9" fmla="*/ 58086 w 795756"/>
                <a:gd name="connsiteY9" fmla="*/ 435757 h 448504"/>
                <a:gd name="connsiteX10" fmla="*/ -956 w 795756"/>
                <a:gd name="connsiteY10" fmla="*/ 376694 h 448504"/>
                <a:gd name="connsiteX11" fmla="*/ -949 w 795756"/>
                <a:gd name="connsiteY11" fmla="*/ 346184 h 448504"/>
                <a:gd name="connsiteX12" fmla="*/ 29569 w 795756"/>
                <a:gd name="connsiteY12" fmla="*/ 346184 h 448504"/>
                <a:gd name="connsiteX13" fmla="*/ 52178 w 795756"/>
                <a:gd name="connsiteY13" fmla="*/ 368786 h 448504"/>
                <a:gd name="connsiteX14" fmla="*/ 436438 w 795756"/>
                <a:gd name="connsiteY14" fmla="*/ -6679 h 448504"/>
                <a:gd name="connsiteX15" fmla="*/ 786545 w 795756"/>
                <a:gd name="connsiteY15" fmla="*/ 218401 h 448504"/>
                <a:gd name="connsiteX16" fmla="*/ 775828 w 795756"/>
                <a:gd name="connsiteY16" fmla="*/ 246980 h 448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5756" h="448504">
                  <a:moveTo>
                    <a:pt x="775828" y="246980"/>
                  </a:moveTo>
                  <a:cubicBezTo>
                    <a:pt x="764983" y="251913"/>
                    <a:pt x="752189" y="247110"/>
                    <a:pt x="747259" y="236253"/>
                  </a:cubicBezTo>
                  <a:cubicBezTo>
                    <a:pt x="692108" y="114891"/>
                    <a:pt x="570104" y="36463"/>
                    <a:pt x="436438" y="36463"/>
                  </a:cubicBezTo>
                  <a:cubicBezTo>
                    <a:pt x="251425" y="36463"/>
                    <a:pt x="100654" y="184316"/>
                    <a:pt x="95370" y="367950"/>
                  </a:cubicBezTo>
                  <a:lnTo>
                    <a:pt x="117144" y="346184"/>
                  </a:lnTo>
                  <a:cubicBezTo>
                    <a:pt x="121350" y="341955"/>
                    <a:pt x="126874" y="339842"/>
                    <a:pt x="132399" y="339842"/>
                  </a:cubicBezTo>
                  <a:cubicBezTo>
                    <a:pt x="137923" y="339842"/>
                    <a:pt x="143447" y="341955"/>
                    <a:pt x="147654" y="346184"/>
                  </a:cubicBezTo>
                  <a:cubicBezTo>
                    <a:pt x="156085" y="354614"/>
                    <a:pt x="156085" y="368264"/>
                    <a:pt x="147654" y="376694"/>
                  </a:cubicBezTo>
                  <a:lnTo>
                    <a:pt x="88604" y="435757"/>
                  </a:lnTo>
                  <a:cubicBezTo>
                    <a:pt x="80514" y="443847"/>
                    <a:pt x="66178" y="443847"/>
                    <a:pt x="58086" y="435757"/>
                  </a:cubicBezTo>
                  <a:lnTo>
                    <a:pt x="-956" y="376694"/>
                  </a:lnTo>
                  <a:cubicBezTo>
                    <a:pt x="-9377" y="368264"/>
                    <a:pt x="-9377" y="354614"/>
                    <a:pt x="-949" y="346184"/>
                  </a:cubicBezTo>
                  <a:cubicBezTo>
                    <a:pt x="7480" y="337754"/>
                    <a:pt x="21141" y="337754"/>
                    <a:pt x="29569" y="346184"/>
                  </a:cubicBezTo>
                  <a:lnTo>
                    <a:pt x="52178" y="368786"/>
                  </a:lnTo>
                  <a:cubicBezTo>
                    <a:pt x="57026" y="160957"/>
                    <a:pt x="227342" y="-6679"/>
                    <a:pt x="436438" y="-6679"/>
                  </a:cubicBezTo>
                  <a:cubicBezTo>
                    <a:pt x="586985" y="-6679"/>
                    <a:pt x="724411" y="81667"/>
                    <a:pt x="786545" y="218401"/>
                  </a:cubicBezTo>
                  <a:cubicBezTo>
                    <a:pt x="791477" y="229259"/>
                    <a:pt x="786681" y="242047"/>
                    <a:pt x="775828" y="246980"/>
                  </a:cubicBezTo>
                </a:path>
              </a:pathLst>
            </a:custGeom>
            <a:solidFill>
              <a:srgbClr val="03E4C4"/>
            </a:solidFill>
            <a:ln w="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41F59F5E-8AE3-46A0-C086-5FE26AE256CA}"/>
                </a:ext>
              </a:extLst>
            </p:cNvPr>
            <p:cNvSpPr/>
            <p:nvPr/>
          </p:nvSpPr>
          <p:spPr>
            <a:xfrm flipV="1">
              <a:off x="3175189" y="2041441"/>
              <a:ext cx="2245769" cy="2180630"/>
            </a:xfrm>
            <a:custGeom>
              <a:avLst/>
              <a:gdLst>
                <a:gd name="connsiteX0" fmla="*/ 242503 w 499852"/>
                <a:gd name="connsiteY0" fmla="*/ 336013 h 499958"/>
                <a:gd name="connsiteX1" fmla="*/ 335878 w 499852"/>
                <a:gd name="connsiteY1" fmla="*/ 242604 h 499958"/>
                <a:gd name="connsiteX2" fmla="*/ 242503 w 499852"/>
                <a:gd name="connsiteY2" fmla="*/ 149194 h 499958"/>
                <a:gd name="connsiteX3" fmla="*/ 149104 w 499852"/>
                <a:gd name="connsiteY3" fmla="*/ 242604 h 499958"/>
                <a:gd name="connsiteX4" fmla="*/ 242503 w 499852"/>
                <a:gd name="connsiteY4" fmla="*/ 336013 h 499958"/>
                <a:gd name="connsiteX5" fmla="*/ 13755 w 499852"/>
                <a:gd name="connsiteY5" fmla="*/ 293524 h 499958"/>
                <a:gd name="connsiteX6" fmla="*/ -7423 w 499852"/>
                <a:gd name="connsiteY6" fmla="*/ 269069 h 499958"/>
                <a:gd name="connsiteX7" fmla="*/ -7423 w 499852"/>
                <a:gd name="connsiteY7" fmla="*/ 216165 h 499958"/>
                <a:gd name="connsiteX8" fmla="*/ 13755 w 499852"/>
                <a:gd name="connsiteY8" fmla="*/ 191710 h 499958"/>
                <a:gd name="connsiteX9" fmla="*/ 59325 w 499852"/>
                <a:gd name="connsiteY9" fmla="*/ 185081 h 499958"/>
                <a:gd name="connsiteX10" fmla="*/ 72286 w 499852"/>
                <a:gd name="connsiteY10" fmla="*/ 153762 h 499958"/>
                <a:gd name="connsiteX11" fmla="*/ 44732 w 499852"/>
                <a:gd name="connsiteY11" fmla="*/ 116831 h 499958"/>
                <a:gd name="connsiteX12" fmla="*/ 47057 w 499852"/>
                <a:gd name="connsiteY12" fmla="*/ 84572 h 499958"/>
                <a:gd name="connsiteX13" fmla="*/ 84470 w 499852"/>
                <a:gd name="connsiteY13" fmla="*/ 47172 h 499958"/>
                <a:gd name="connsiteX14" fmla="*/ 116733 w 499852"/>
                <a:gd name="connsiteY14" fmla="*/ 44823 h 499958"/>
                <a:gd name="connsiteX15" fmla="*/ 153642 w 499852"/>
                <a:gd name="connsiteY15" fmla="*/ 72384 h 499958"/>
                <a:gd name="connsiteX16" fmla="*/ 184966 w 499852"/>
                <a:gd name="connsiteY16" fmla="*/ 59413 h 499958"/>
                <a:gd name="connsiteX17" fmla="*/ 191605 w 499852"/>
                <a:gd name="connsiteY17" fmla="*/ 13817 h 499958"/>
                <a:gd name="connsiteX18" fmla="*/ 216040 w 499852"/>
                <a:gd name="connsiteY18" fmla="*/ -7376 h 499958"/>
                <a:gd name="connsiteX19" fmla="*/ 268927 w 499852"/>
                <a:gd name="connsiteY19" fmla="*/ -7376 h 499958"/>
                <a:gd name="connsiteX20" fmla="*/ 293401 w 499852"/>
                <a:gd name="connsiteY20" fmla="*/ 13817 h 499958"/>
                <a:gd name="connsiteX21" fmla="*/ 300024 w 499852"/>
                <a:gd name="connsiteY21" fmla="*/ 59413 h 499958"/>
                <a:gd name="connsiteX22" fmla="*/ 331364 w 499852"/>
                <a:gd name="connsiteY22" fmla="*/ 72384 h 499958"/>
                <a:gd name="connsiteX23" fmla="*/ 368249 w 499852"/>
                <a:gd name="connsiteY23" fmla="*/ 44823 h 499958"/>
                <a:gd name="connsiteX24" fmla="*/ 400528 w 499852"/>
                <a:gd name="connsiteY24" fmla="*/ 47172 h 499958"/>
                <a:gd name="connsiteX25" fmla="*/ 437912 w 499852"/>
                <a:gd name="connsiteY25" fmla="*/ 84572 h 499958"/>
                <a:gd name="connsiteX26" fmla="*/ 440252 w 499852"/>
                <a:gd name="connsiteY26" fmla="*/ 116831 h 499958"/>
                <a:gd name="connsiteX27" fmla="*/ 412720 w 499852"/>
                <a:gd name="connsiteY27" fmla="*/ 153762 h 499958"/>
                <a:gd name="connsiteX28" fmla="*/ 425681 w 499852"/>
                <a:gd name="connsiteY28" fmla="*/ 185081 h 499958"/>
                <a:gd name="connsiteX29" fmla="*/ 471251 w 499852"/>
                <a:gd name="connsiteY29" fmla="*/ 191710 h 499958"/>
                <a:gd name="connsiteX30" fmla="*/ 492429 w 499852"/>
                <a:gd name="connsiteY30" fmla="*/ 216165 h 499958"/>
                <a:gd name="connsiteX31" fmla="*/ 492429 w 499852"/>
                <a:gd name="connsiteY31" fmla="*/ 269069 h 499958"/>
                <a:gd name="connsiteX32" fmla="*/ 471251 w 499852"/>
                <a:gd name="connsiteY32" fmla="*/ 293524 h 499958"/>
                <a:gd name="connsiteX33" fmla="*/ 425681 w 499852"/>
                <a:gd name="connsiteY33" fmla="*/ 300153 h 499958"/>
                <a:gd name="connsiteX34" fmla="*/ 412720 w 499852"/>
                <a:gd name="connsiteY34" fmla="*/ 331498 h 499958"/>
                <a:gd name="connsiteX35" fmla="*/ 440252 w 499852"/>
                <a:gd name="connsiteY35" fmla="*/ 368377 h 499958"/>
                <a:gd name="connsiteX36" fmla="*/ 437912 w 499852"/>
                <a:gd name="connsiteY36" fmla="*/ 400661 h 499958"/>
                <a:gd name="connsiteX37" fmla="*/ 400528 w 499852"/>
                <a:gd name="connsiteY37" fmla="*/ 438035 h 499958"/>
                <a:gd name="connsiteX38" fmla="*/ 368249 w 499852"/>
                <a:gd name="connsiteY38" fmla="*/ 440384 h 499958"/>
                <a:gd name="connsiteX39" fmla="*/ 331252 w 499852"/>
                <a:gd name="connsiteY39" fmla="*/ 412771 h 499958"/>
                <a:gd name="connsiteX40" fmla="*/ 300040 w 499852"/>
                <a:gd name="connsiteY40" fmla="*/ 425691 h 499958"/>
                <a:gd name="connsiteX41" fmla="*/ 293401 w 499852"/>
                <a:gd name="connsiteY41" fmla="*/ 471391 h 499958"/>
                <a:gd name="connsiteX42" fmla="*/ 268927 w 499852"/>
                <a:gd name="connsiteY42" fmla="*/ 492583 h 499958"/>
                <a:gd name="connsiteX43" fmla="*/ 216040 w 499852"/>
                <a:gd name="connsiteY43" fmla="*/ 492583 h 499958"/>
                <a:gd name="connsiteX44" fmla="*/ 191605 w 499852"/>
                <a:gd name="connsiteY44" fmla="*/ 471417 h 499958"/>
                <a:gd name="connsiteX45" fmla="*/ 184966 w 499852"/>
                <a:gd name="connsiteY45" fmla="*/ 425847 h 499958"/>
                <a:gd name="connsiteX46" fmla="*/ 153642 w 499852"/>
                <a:gd name="connsiteY46" fmla="*/ 412850 h 499958"/>
                <a:gd name="connsiteX47" fmla="*/ 116757 w 499852"/>
                <a:gd name="connsiteY47" fmla="*/ 440384 h 499958"/>
                <a:gd name="connsiteX48" fmla="*/ 84478 w 499852"/>
                <a:gd name="connsiteY48" fmla="*/ 438035 h 499958"/>
                <a:gd name="connsiteX49" fmla="*/ 47057 w 499852"/>
                <a:gd name="connsiteY49" fmla="*/ 400661 h 499958"/>
                <a:gd name="connsiteX50" fmla="*/ 44732 w 499852"/>
                <a:gd name="connsiteY50" fmla="*/ 368377 h 499958"/>
                <a:gd name="connsiteX51" fmla="*/ 72286 w 499852"/>
                <a:gd name="connsiteY51" fmla="*/ 331498 h 499958"/>
                <a:gd name="connsiteX52" fmla="*/ 59325 w 499852"/>
                <a:gd name="connsiteY52" fmla="*/ 300153 h 499958"/>
                <a:gd name="connsiteX53" fmla="*/ 13755 w 499852"/>
                <a:gd name="connsiteY53" fmla="*/ 293524 h 49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99852" h="499958">
                  <a:moveTo>
                    <a:pt x="242503" y="336013"/>
                  </a:moveTo>
                  <a:cubicBezTo>
                    <a:pt x="294087" y="336013"/>
                    <a:pt x="335878" y="294202"/>
                    <a:pt x="335878" y="242604"/>
                  </a:cubicBezTo>
                  <a:cubicBezTo>
                    <a:pt x="335878" y="191005"/>
                    <a:pt x="294087" y="149194"/>
                    <a:pt x="242503" y="149194"/>
                  </a:cubicBezTo>
                  <a:cubicBezTo>
                    <a:pt x="190918" y="149194"/>
                    <a:pt x="149104" y="191005"/>
                    <a:pt x="149104" y="242604"/>
                  </a:cubicBezTo>
                  <a:cubicBezTo>
                    <a:pt x="149104" y="294202"/>
                    <a:pt x="190918" y="336013"/>
                    <a:pt x="242503" y="336013"/>
                  </a:cubicBezTo>
                  <a:close/>
                  <a:moveTo>
                    <a:pt x="13755" y="293524"/>
                  </a:moveTo>
                  <a:cubicBezTo>
                    <a:pt x="1577" y="291775"/>
                    <a:pt x="-7423" y="281335"/>
                    <a:pt x="-7423" y="269069"/>
                  </a:cubicBezTo>
                  <a:lnTo>
                    <a:pt x="-7423" y="216165"/>
                  </a:lnTo>
                  <a:cubicBezTo>
                    <a:pt x="-7423" y="203872"/>
                    <a:pt x="1577" y="193459"/>
                    <a:pt x="13755" y="191710"/>
                  </a:cubicBezTo>
                  <a:lnTo>
                    <a:pt x="59325" y="185081"/>
                  </a:lnTo>
                  <a:cubicBezTo>
                    <a:pt x="65029" y="171274"/>
                    <a:pt x="66543" y="167568"/>
                    <a:pt x="72286" y="153762"/>
                  </a:cubicBezTo>
                  <a:lnTo>
                    <a:pt x="44732" y="116831"/>
                  </a:lnTo>
                  <a:cubicBezTo>
                    <a:pt x="37402" y="106992"/>
                    <a:pt x="38394" y="93263"/>
                    <a:pt x="47057" y="84572"/>
                  </a:cubicBezTo>
                  <a:lnTo>
                    <a:pt x="84470" y="47172"/>
                  </a:lnTo>
                  <a:cubicBezTo>
                    <a:pt x="93154" y="38455"/>
                    <a:pt x="106883" y="37489"/>
                    <a:pt x="116733" y="44823"/>
                  </a:cubicBezTo>
                  <a:lnTo>
                    <a:pt x="153642" y="72384"/>
                  </a:lnTo>
                  <a:cubicBezTo>
                    <a:pt x="167467" y="66668"/>
                    <a:pt x="171154" y="65128"/>
                    <a:pt x="184966" y="59413"/>
                  </a:cubicBezTo>
                  <a:lnTo>
                    <a:pt x="191605" y="13817"/>
                  </a:lnTo>
                  <a:cubicBezTo>
                    <a:pt x="193343" y="1681"/>
                    <a:pt x="203773" y="-7376"/>
                    <a:pt x="216040" y="-7376"/>
                  </a:cubicBezTo>
                  <a:lnTo>
                    <a:pt x="268927" y="-7376"/>
                  </a:lnTo>
                  <a:cubicBezTo>
                    <a:pt x="281233" y="-7376"/>
                    <a:pt x="291640" y="1681"/>
                    <a:pt x="293401" y="13817"/>
                  </a:cubicBezTo>
                  <a:lnTo>
                    <a:pt x="300024" y="59413"/>
                  </a:lnTo>
                  <a:cubicBezTo>
                    <a:pt x="313844" y="65128"/>
                    <a:pt x="317539" y="66642"/>
                    <a:pt x="331364" y="72384"/>
                  </a:cubicBezTo>
                  <a:lnTo>
                    <a:pt x="368249" y="44823"/>
                  </a:lnTo>
                  <a:cubicBezTo>
                    <a:pt x="378100" y="37489"/>
                    <a:pt x="391844" y="38455"/>
                    <a:pt x="400528" y="47172"/>
                  </a:cubicBezTo>
                  <a:lnTo>
                    <a:pt x="437912" y="84572"/>
                  </a:lnTo>
                  <a:cubicBezTo>
                    <a:pt x="446588" y="93263"/>
                    <a:pt x="447603" y="106992"/>
                    <a:pt x="440252" y="116831"/>
                  </a:cubicBezTo>
                  <a:lnTo>
                    <a:pt x="412720" y="153762"/>
                  </a:lnTo>
                  <a:cubicBezTo>
                    <a:pt x="418440" y="167568"/>
                    <a:pt x="419961" y="171274"/>
                    <a:pt x="425681" y="185081"/>
                  </a:cubicBezTo>
                  <a:lnTo>
                    <a:pt x="471251" y="191710"/>
                  </a:lnTo>
                  <a:cubicBezTo>
                    <a:pt x="483406" y="193459"/>
                    <a:pt x="492429" y="203872"/>
                    <a:pt x="492429" y="216165"/>
                  </a:cubicBezTo>
                  <a:lnTo>
                    <a:pt x="492429" y="269069"/>
                  </a:lnTo>
                  <a:cubicBezTo>
                    <a:pt x="492429" y="281335"/>
                    <a:pt x="483406" y="291775"/>
                    <a:pt x="471251" y="293524"/>
                  </a:cubicBezTo>
                  <a:lnTo>
                    <a:pt x="425681" y="300153"/>
                  </a:lnTo>
                  <a:cubicBezTo>
                    <a:pt x="419961" y="313959"/>
                    <a:pt x="418440" y="317666"/>
                    <a:pt x="412720" y="331498"/>
                  </a:cubicBezTo>
                  <a:lnTo>
                    <a:pt x="440252" y="368377"/>
                  </a:lnTo>
                  <a:cubicBezTo>
                    <a:pt x="447603" y="378242"/>
                    <a:pt x="446588" y="391970"/>
                    <a:pt x="437912" y="400661"/>
                  </a:cubicBezTo>
                  <a:lnTo>
                    <a:pt x="400528" y="438035"/>
                  </a:lnTo>
                  <a:cubicBezTo>
                    <a:pt x="391844" y="446753"/>
                    <a:pt x="378079" y="447744"/>
                    <a:pt x="368249" y="440384"/>
                  </a:cubicBezTo>
                  <a:lnTo>
                    <a:pt x="331252" y="412771"/>
                  </a:lnTo>
                  <a:cubicBezTo>
                    <a:pt x="317499" y="418461"/>
                    <a:pt x="313805" y="420001"/>
                    <a:pt x="300040" y="425691"/>
                  </a:cubicBezTo>
                  <a:lnTo>
                    <a:pt x="293401" y="471391"/>
                  </a:lnTo>
                  <a:cubicBezTo>
                    <a:pt x="291640" y="483553"/>
                    <a:pt x="281233" y="492583"/>
                    <a:pt x="268927" y="492583"/>
                  </a:cubicBezTo>
                  <a:lnTo>
                    <a:pt x="216040" y="492583"/>
                  </a:lnTo>
                  <a:cubicBezTo>
                    <a:pt x="203773" y="492583"/>
                    <a:pt x="193343" y="483553"/>
                    <a:pt x="191605" y="471417"/>
                  </a:cubicBezTo>
                  <a:lnTo>
                    <a:pt x="184966" y="425847"/>
                  </a:lnTo>
                  <a:cubicBezTo>
                    <a:pt x="171154" y="420105"/>
                    <a:pt x="167467" y="418591"/>
                    <a:pt x="153642" y="412850"/>
                  </a:cubicBezTo>
                  <a:lnTo>
                    <a:pt x="116757" y="440384"/>
                  </a:lnTo>
                  <a:cubicBezTo>
                    <a:pt x="106883" y="447744"/>
                    <a:pt x="93154" y="446753"/>
                    <a:pt x="84478" y="438035"/>
                  </a:cubicBezTo>
                  <a:lnTo>
                    <a:pt x="47057" y="400661"/>
                  </a:lnTo>
                  <a:cubicBezTo>
                    <a:pt x="38394" y="391970"/>
                    <a:pt x="37402" y="378242"/>
                    <a:pt x="44732" y="368377"/>
                  </a:cubicBezTo>
                  <a:lnTo>
                    <a:pt x="72286" y="331498"/>
                  </a:lnTo>
                  <a:cubicBezTo>
                    <a:pt x="66543" y="317666"/>
                    <a:pt x="65029" y="313959"/>
                    <a:pt x="59325" y="300153"/>
                  </a:cubicBezTo>
                  <a:lnTo>
                    <a:pt x="13755" y="293524"/>
                  </a:lnTo>
                </a:path>
              </a:pathLst>
            </a:custGeom>
            <a:solidFill>
              <a:srgbClr val="0197F9"/>
            </a:solidFill>
            <a:ln w="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01CE0342-67E9-E661-5DE6-BA4F0E3AFD52}"/>
              </a:ext>
            </a:extLst>
          </p:cNvPr>
          <p:cNvGrpSpPr/>
          <p:nvPr/>
        </p:nvGrpSpPr>
        <p:grpSpPr>
          <a:xfrm>
            <a:off x="2906455" y="4035102"/>
            <a:ext cx="1926082" cy="1837839"/>
            <a:chOff x="1780279" y="1905961"/>
            <a:chExt cx="3364992" cy="3360878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35648D54-1CE0-728F-91B0-D1C3866371B3}"/>
                </a:ext>
              </a:extLst>
            </p:cNvPr>
            <p:cNvSpPr/>
            <p:nvPr/>
          </p:nvSpPr>
          <p:spPr>
            <a:xfrm flipV="1">
              <a:off x="1780279" y="2077295"/>
              <a:ext cx="3193449" cy="3189544"/>
            </a:xfrm>
            <a:custGeom>
              <a:avLst/>
              <a:gdLst>
                <a:gd name="connsiteX0" fmla="*/ 467560 w 666694"/>
                <a:gd name="connsiteY0" fmla="*/ 451798 h 666694"/>
                <a:gd name="connsiteX1" fmla="*/ 533098 w 666694"/>
                <a:gd name="connsiteY1" fmla="*/ 437675 h 666694"/>
                <a:gd name="connsiteX2" fmla="*/ 547441 w 666694"/>
                <a:gd name="connsiteY2" fmla="*/ 439123 h 666694"/>
                <a:gd name="connsiteX3" fmla="*/ 565165 w 666694"/>
                <a:gd name="connsiteY3" fmla="*/ 387270 h 666694"/>
                <a:gd name="connsiteX4" fmla="*/ 620385 w 666694"/>
                <a:gd name="connsiteY4" fmla="*/ 366019 h 666694"/>
                <a:gd name="connsiteX5" fmla="*/ 620385 w 666694"/>
                <a:gd name="connsiteY5" fmla="*/ 275820 h 666694"/>
                <a:gd name="connsiteX6" fmla="*/ 565165 w 666694"/>
                <a:gd name="connsiteY6" fmla="*/ 254569 h 666694"/>
                <a:gd name="connsiteX7" fmla="*/ 530654 w 666694"/>
                <a:gd name="connsiteY7" fmla="*/ 171278 h 666694"/>
                <a:gd name="connsiteX8" fmla="*/ 554627 w 666694"/>
                <a:gd name="connsiteY8" fmla="*/ 117141 h 666694"/>
                <a:gd name="connsiteX9" fmla="*/ 490860 w 666694"/>
                <a:gd name="connsiteY9" fmla="*/ 53374 h 666694"/>
                <a:gd name="connsiteX10" fmla="*/ 436738 w 666694"/>
                <a:gd name="connsiteY10" fmla="*/ 77361 h 666694"/>
                <a:gd name="connsiteX11" fmla="*/ 353432 w 666694"/>
                <a:gd name="connsiteY11" fmla="*/ 42836 h 666694"/>
                <a:gd name="connsiteX12" fmla="*/ 332181 w 666694"/>
                <a:gd name="connsiteY12" fmla="*/ -12384 h 666694"/>
                <a:gd name="connsiteX13" fmla="*/ 241996 w 666694"/>
                <a:gd name="connsiteY13" fmla="*/ -12384 h 666694"/>
                <a:gd name="connsiteX14" fmla="*/ 220731 w 666694"/>
                <a:gd name="connsiteY14" fmla="*/ 42836 h 666694"/>
                <a:gd name="connsiteX15" fmla="*/ 137352 w 666694"/>
                <a:gd name="connsiteY15" fmla="*/ 77361 h 666694"/>
                <a:gd name="connsiteX16" fmla="*/ 83215 w 666694"/>
                <a:gd name="connsiteY16" fmla="*/ 53374 h 666694"/>
                <a:gd name="connsiteX17" fmla="*/ 19448 w 666694"/>
                <a:gd name="connsiteY17" fmla="*/ 117141 h 666694"/>
                <a:gd name="connsiteX18" fmla="*/ 43524 w 666694"/>
                <a:gd name="connsiteY18" fmla="*/ 171278 h 666694"/>
                <a:gd name="connsiteX19" fmla="*/ 8911 w 666694"/>
                <a:gd name="connsiteY19" fmla="*/ 254569 h 666694"/>
                <a:gd name="connsiteX20" fmla="*/ -46309 w 666694"/>
                <a:gd name="connsiteY20" fmla="*/ 275820 h 666694"/>
                <a:gd name="connsiteX21" fmla="*/ -46309 w 666694"/>
                <a:gd name="connsiteY21" fmla="*/ 366019 h 666694"/>
                <a:gd name="connsiteX22" fmla="*/ 8911 w 666694"/>
                <a:gd name="connsiteY22" fmla="*/ 387270 h 666694"/>
                <a:gd name="connsiteX23" fmla="*/ 43524 w 666694"/>
                <a:gd name="connsiteY23" fmla="*/ 470649 h 666694"/>
                <a:gd name="connsiteX24" fmla="*/ 19448 w 666694"/>
                <a:gd name="connsiteY24" fmla="*/ 524785 h 666694"/>
                <a:gd name="connsiteX25" fmla="*/ 83215 w 666694"/>
                <a:gd name="connsiteY25" fmla="*/ 588553 h 666694"/>
                <a:gd name="connsiteX26" fmla="*/ 137352 w 666694"/>
                <a:gd name="connsiteY26" fmla="*/ 564477 h 666694"/>
                <a:gd name="connsiteX27" fmla="*/ 220643 w 666694"/>
                <a:gd name="connsiteY27" fmla="*/ 599003 h 666694"/>
                <a:gd name="connsiteX28" fmla="*/ 241996 w 666694"/>
                <a:gd name="connsiteY28" fmla="*/ 654310 h 666694"/>
                <a:gd name="connsiteX29" fmla="*/ 332181 w 666694"/>
                <a:gd name="connsiteY29" fmla="*/ 654310 h 666694"/>
                <a:gd name="connsiteX30" fmla="*/ 353432 w 666694"/>
                <a:gd name="connsiteY30" fmla="*/ 599003 h 666694"/>
                <a:gd name="connsiteX31" fmla="*/ 405198 w 666694"/>
                <a:gd name="connsiteY31" fmla="*/ 581279 h 666694"/>
                <a:gd name="connsiteX32" fmla="*/ 403749 w 666694"/>
                <a:gd name="connsiteY32" fmla="*/ 566951 h 666694"/>
                <a:gd name="connsiteX33" fmla="*/ 417872 w 666694"/>
                <a:gd name="connsiteY33" fmla="*/ 501471 h 666694"/>
                <a:gd name="connsiteX34" fmla="*/ 394880 w 666694"/>
                <a:gd name="connsiteY34" fmla="*/ 478464 h 666694"/>
                <a:gd name="connsiteX35" fmla="*/ 287045 w 666694"/>
                <a:gd name="connsiteY35" fmla="*/ 511965 h 666694"/>
                <a:gd name="connsiteX36" fmla="*/ 96051 w 666694"/>
                <a:gd name="connsiteY36" fmla="*/ 320971 h 666694"/>
                <a:gd name="connsiteX37" fmla="*/ 287045 w 666694"/>
                <a:gd name="connsiteY37" fmla="*/ 129976 h 666694"/>
                <a:gd name="connsiteX38" fmla="*/ 478039 w 666694"/>
                <a:gd name="connsiteY38" fmla="*/ 320971 h 666694"/>
                <a:gd name="connsiteX39" fmla="*/ 444553 w 666694"/>
                <a:gd name="connsiteY39" fmla="*/ 428791 h 666694"/>
                <a:gd name="connsiteX40" fmla="*/ 467560 w 666694"/>
                <a:gd name="connsiteY40" fmla="*/ 451798 h 666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66694" h="666694">
                  <a:moveTo>
                    <a:pt x="467560" y="451798"/>
                  </a:moveTo>
                  <a:lnTo>
                    <a:pt x="533098" y="437675"/>
                  </a:lnTo>
                  <a:cubicBezTo>
                    <a:pt x="537987" y="436621"/>
                    <a:pt x="542992" y="437177"/>
                    <a:pt x="547441" y="439123"/>
                  </a:cubicBezTo>
                  <a:cubicBezTo>
                    <a:pt x="554993" y="422498"/>
                    <a:pt x="560935" y="405154"/>
                    <a:pt x="565165" y="387270"/>
                  </a:cubicBezTo>
                  <a:lnTo>
                    <a:pt x="620385" y="366019"/>
                  </a:lnTo>
                  <a:lnTo>
                    <a:pt x="620385" y="275820"/>
                  </a:lnTo>
                  <a:lnTo>
                    <a:pt x="565165" y="254569"/>
                  </a:lnTo>
                  <a:cubicBezTo>
                    <a:pt x="558169" y="225137"/>
                    <a:pt x="546460" y="197066"/>
                    <a:pt x="530654" y="171278"/>
                  </a:cubicBezTo>
                  <a:lnTo>
                    <a:pt x="554627" y="117141"/>
                  </a:lnTo>
                  <a:lnTo>
                    <a:pt x="490860" y="53374"/>
                  </a:lnTo>
                  <a:lnTo>
                    <a:pt x="436738" y="77361"/>
                  </a:lnTo>
                  <a:cubicBezTo>
                    <a:pt x="411023" y="61467"/>
                    <a:pt x="382864" y="49832"/>
                    <a:pt x="353432" y="42836"/>
                  </a:cubicBezTo>
                  <a:lnTo>
                    <a:pt x="332181" y="-12384"/>
                  </a:lnTo>
                  <a:lnTo>
                    <a:pt x="241996" y="-12384"/>
                  </a:lnTo>
                  <a:lnTo>
                    <a:pt x="220731" y="42836"/>
                  </a:lnTo>
                  <a:cubicBezTo>
                    <a:pt x="191211" y="49832"/>
                    <a:pt x="163155" y="61555"/>
                    <a:pt x="137352" y="77361"/>
                  </a:cubicBezTo>
                  <a:lnTo>
                    <a:pt x="83215" y="53374"/>
                  </a:lnTo>
                  <a:lnTo>
                    <a:pt x="19448" y="117141"/>
                  </a:lnTo>
                  <a:lnTo>
                    <a:pt x="43524" y="171278"/>
                  </a:lnTo>
                  <a:cubicBezTo>
                    <a:pt x="27629" y="196978"/>
                    <a:pt x="16009" y="225137"/>
                    <a:pt x="8911" y="254569"/>
                  </a:cubicBezTo>
                  <a:lnTo>
                    <a:pt x="-46309" y="275820"/>
                  </a:lnTo>
                  <a:lnTo>
                    <a:pt x="-46309" y="366019"/>
                  </a:lnTo>
                  <a:lnTo>
                    <a:pt x="8911" y="387270"/>
                  </a:lnTo>
                  <a:cubicBezTo>
                    <a:pt x="16009" y="416790"/>
                    <a:pt x="27629" y="444861"/>
                    <a:pt x="43524" y="470649"/>
                  </a:cubicBezTo>
                  <a:lnTo>
                    <a:pt x="19448" y="524785"/>
                  </a:lnTo>
                  <a:lnTo>
                    <a:pt x="83215" y="588553"/>
                  </a:lnTo>
                  <a:lnTo>
                    <a:pt x="137352" y="564477"/>
                  </a:lnTo>
                  <a:cubicBezTo>
                    <a:pt x="163155" y="580371"/>
                    <a:pt x="191211" y="592007"/>
                    <a:pt x="220643" y="599003"/>
                  </a:cubicBezTo>
                  <a:lnTo>
                    <a:pt x="241996" y="654310"/>
                  </a:lnTo>
                  <a:lnTo>
                    <a:pt x="332181" y="654310"/>
                  </a:lnTo>
                  <a:lnTo>
                    <a:pt x="353432" y="599003"/>
                  </a:lnTo>
                  <a:cubicBezTo>
                    <a:pt x="371258" y="594758"/>
                    <a:pt x="388572" y="588831"/>
                    <a:pt x="405198" y="581279"/>
                  </a:cubicBezTo>
                  <a:cubicBezTo>
                    <a:pt x="403251" y="576844"/>
                    <a:pt x="402695" y="571824"/>
                    <a:pt x="403749" y="566951"/>
                  </a:cubicBezTo>
                  <a:lnTo>
                    <a:pt x="417872" y="501471"/>
                  </a:lnTo>
                  <a:lnTo>
                    <a:pt x="394880" y="478464"/>
                  </a:lnTo>
                  <a:cubicBezTo>
                    <a:pt x="364159" y="499583"/>
                    <a:pt x="327000" y="511965"/>
                    <a:pt x="287045" y="511965"/>
                  </a:cubicBezTo>
                  <a:cubicBezTo>
                    <a:pt x="181903" y="511965"/>
                    <a:pt x="96051" y="426171"/>
                    <a:pt x="96051" y="320971"/>
                  </a:cubicBezTo>
                  <a:cubicBezTo>
                    <a:pt x="96051" y="215829"/>
                    <a:pt x="181903" y="129976"/>
                    <a:pt x="287045" y="129976"/>
                  </a:cubicBezTo>
                  <a:cubicBezTo>
                    <a:pt x="392245" y="129976"/>
                    <a:pt x="478039" y="215829"/>
                    <a:pt x="478039" y="320971"/>
                  </a:cubicBezTo>
                  <a:cubicBezTo>
                    <a:pt x="478039" y="360926"/>
                    <a:pt x="465657" y="398071"/>
                    <a:pt x="444553" y="428791"/>
                  </a:cubicBezTo>
                  <a:lnTo>
                    <a:pt x="467560" y="451798"/>
                  </a:lnTo>
                </a:path>
              </a:pathLst>
            </a:custGeom>
            <a:solidFill>
              <a:srgbClr val="0197F9"/>
            </a:solidFill>
            <a:ln w="1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028AA683-0D9A-01F3-2ACF-38B377BAE801}"/>
                </a:ext>
              </a:extLst>
            </p:cNvPr>
            <p:cNvSpPr/>
            <p:nvPr/>
          </p:nvSpPr>
          <p:spPr>
            <a:xfrm flipV="1">
              <a:off x="2971067" y="1905961"/>
              <a:ext cx="2174204" cy="2171546"/>
            </a:xfrm>
            <a:custGeom>
              <a:avLst/>
              <a:gdLst>
                <a:gd name="connsiteX0" fmla="*/ 116986 w 453907"/>
                <a:gd name="connsiteY0" fmla="*/ 100980 h 453907"/>
                <a:gd name="connsiteX1" fmla="*/ 122343 w 453907"/>
                <a:gd name="connsiteY1" fmla="*/ 71226 h 453907"/>
                <a:gd name="connsiteX2" fmla="*/ 37559 w 453907"/>
                <a:gd name="connsiteY2" fmla="*/ -13485 h 453907"/>
                <a:gd name="connsiteX3" fmla="*/ -47152 w 453907"/>
                <a:gd name="connsiteY3" fmla="*/ 71226 h 453907"/>
                <a:gd name="connsiteX4" fmla="*/ 37559 w 453907"/>
                <a:gd name="connsiteY4" fmla="*/ 156009 h 453907"/>
                <a:gd name="connsiteX5" fmla="*/ 67313 w 453907"/>
                <a:gd name="connsiteY5" fmla="*/ 150653 h 453907"/>
                <a:gd name="connsiteX6" fmla="*/ 12767 w 453907"/>
                <a:gd name="connsiteY6" fmla="*/ 96106 h 453907"/>
                <a:gd name="connsiteX7" fmla="*/ 12767 w 453907"/>
                <a:gd name="connsiteY7" fmla="*/ 46433 h 453907"/>
                <a:gd name="connsiteX8" fmla="*/ 62440 w 453907"/>
                <a:gd name="connsiteY8" fmla="*/ 46433 h 453907"/>
                <a:gd name="connsiteX9" fmla="*/ 188145 w 453907"/>
                <a:gd name="connsiteY9" fmla="*/ 271469 h 453907"/>
                <a:gd name="connsiteX10" fmla="*/ 177197 w 453907"/>
                <a:gd name="connsiteY10" fmla="*/ 322182 h 453907"/>
                <a:gd name="connsiteX11" fmla="*/ 295365 w 453907"/>
                <a:gd name="connsiteY11" fmla="*/ 440423 h 453907"/>
                <a:gd name="connsiteX12" fmla="*/ 306312 w 453907"/>
                <a:gd name="connsiteY12" fmla="*/ 389652 h 453907"/>
                <a:gd name="connsiteX13" fmla="*/ 355985 w 453907"/>
                <a:gd name="connsiteY13" fmla="*/ 339979 h 453907"/>
                <a:gd name="connsiteX14" fmla="*/ 406756 w 453907"/>
                <a:gd name="connsiteY14" fmla="*/ 329031 h 453907"/>
                <a:gd name="connsiteX15" fmla="*/ 288588 w 453907"/>
                <a:gd name="connsiteY15" fmla="*/ 210863 h 453907"/>
                <a:gd name="connsiteX16" fmla="*/ 237818 w 453907"/>
                <a:gd name="connsiteY16" fmla="*/ 221811 h 453907"/>
                <a:gd name="connsiteX17" fmla="*/ 337340 w 453907"/>
                <a:gd name="connsiteY17" fmla="*/ 387559 h 453907"/>
                <a:gd name="connsiteX18" fmla="*/ 353907 w 453907"/>
                <a:gd name="connsiteY18" fmla="*/ 387559 h 453907"/>
                <a:gd name="connsiteX19" fmla="*/ 353907 w 453907"/>
                <a:gd name="connsiteY19" fmla="*/ 371006 h 453907"/>
                <a:gd name="connsiteX20" fmla="*/ 45872 w 453907"/>
                <a:gd name="connsiteY20" fmla="*/ 62986 h 453907"/>
                <a:gd name="connsiteX21" fmla="*/ 29319 w 453907"/>
                <a:gd name="connsiteY21" fmla="*/ 62986 h 453907"/>
                <a:gd name="connsiteX22" fmla="*/ 29319 w 453907"/>
                <a:gd name="connsiteY22" fmla="*/ 79539 h 453907"/>
                <a:gd name="connsiteX23" fmla="*/ 337340 w 453907"/>
                <a:gd name="connsiteY23" fmla="*/ 387559 h 45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53907" h="453907">
                  <a:moveTo>
                    <a:pt x="116986" y="100980"/>
                  </a:moveTo>
                  <a:cubicBezTo>
                    <a:pt x="120455" y="91715"/>
                    <a:pt x="122343" y="81690"/>
                    <a:pt x="122343" y="71226"/>
                  </a:cubicBezTo>
                  <a:cubicBezTo>
                    <a:pt x="122343" y="24406"/>
                    <a:pt x="84393" y="-13485"/>
                    <a:pt x="37559" y="-13485"/>
                  </a:cubicBezTo>
                  <a:cubicBezTo>
                    <a:pt x="-9260" y="-13485"/>
                    <a:pt x="-47152" y="24406"/>
                    <a:pt x="-47152" y="71226"/>
                  </a:cubicBezTo>
                  <a:cubicBezTo>
                    <a:pt x="-47152" y="118059"/>
                    <a:pt x="-9260" y="156009"/>
                    <a:pt x="37559" y="156009"/>
                  </a:cubicBezTo>
                  <a:cubicBezTo>
                    <a:pt x="48039" y="156009"/>
                    <a:pt x="58049" y="154121"/>
                    <a:pt x="67313" y="150653"/>
                  </a:cubicBezTo>
                  <a:lnTo>
                    <a:pt x="12767" y="96106"/>
                  </a:lnTo>
                  <a:cubicBezTo>
                    <a:pt x="-947" y="82392"/>
                    <a:pt x="-947" y="60132"/>
                    <a:pt x="12767" y="46433"/>
                  </a:cubicBezTo>
                  <a:cubicBezTo>
                    <a:pt x="26465" y="32719"/>
                    <a:pt x="48726" y="32719"/>
                    <a:pt x="62440" y="46433"/>
                  </a:cubicBezTo>
                  <a:close/>
                  <a:moveTo>
                    <a:pt x="188145" y="271469"/>
                  </a:moveTo>
                  <a:lnTo>
                    <a:pt x="177197" y="322182"/>
                  </a:lnTo>
                  <a:lnTo>
                    <a:pt x="295365" y="440423"/>
                  </a:lnTo>
                  <a:lnTo>
                    <a:pt x="306312" y="389652"/>
                  </a:lnTo>
                  <a:close/>
                  <a:moveTo>
                    <a:pt x="355985" y="339979"/>
                  </a:moveTo>
                  <a:lnTo>
                    <a:pt x="406756" y="329031"/>
                  </a:lnTo>
                  <a:lnTo>
                    <a:pt x="288588" y="210863"/>
                  </a:lnTo>
                  <a:lnTo>
                    <a:pt x="237818" y="221811"/>
                  </a:lnTo>
                  <a:close/>
                  <a:moveTo>
                    <a:pt x="337340" y="387559"/>
                  </a:moveTo>
                  <a:cubicBezTo>
                    <a:pt x="341906" y="392140"/>
                    <a:pt x="349326" y="392140"/>
                    <a:pt x="353907" y="387559"/>
                  </a:cubicBezTo>
                  <a:cubicBezTo>
                    <a:pt x="358473" y="382993"/>
                    <a:pt x="358473" y="375572"/>
                    <a:pt x="353907" y="371006"/>
                  </a:cubicBezTo>
                  <a:lnTo>
                    <a:pt x="45872" y="62986"/>
                  </a:lnTo>
                  <a:cubicBezTo>
                    <a:pt x="41306" y="58419"/>
                    <a:pt x="33886" y="58419"/>
                    <a:pt x="29319" y="62986"/>
                  </a:cubicBezTo>
                  <a:cubicBezTo>
                    <a:pt x="24753" y="67552"/>
                    <a:pt x="24753" y="74972"/>
                    <a:pt x="29319" y="79539"/>
                  </a:cubicBezTo>
                  <a:lnTo>
                    <a:pt x="337340" y="387559"/>
                  </a:lnTo>
                </a:path>
              </a:pathLst>
            </a:custGeom>
            <a:solidFill>
              <a:srgbClr val="03E4C4"/>
            </a:solidFill>
            <a:ln w="1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70C1B048-BA59-7814-FF0B-E26B74894E53}"/>
              </a:ext>
            </a:extLst>
          </p:cNvPr>
          <p:cNvGrpSpPr/>
          <p:nvPr/>
        </p:nvGrpSpPr>
        <p:grpSpPr>
          <a:xfrm>
            <a:off x="1039409" y="905450"/>
            <a:ext cx="2439569" cy="2668173"/>
            <a:chOff x="4458567" y="1652880"/>
            <a:chExt cx="3274865" cy="3770890"/>
          </a:xfrm>
        </p:grpSpPr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74F5A027-DAF8-1660-4E3F-3384DD4FECB5}"/>
                </a:ext>
              </a:extLst>
            </p:cNvPr>
            <p:cNvSpPr/>
            <p:nvPr/>
          </p:nvSpPr>
          <p:spPr>
            <a:xfrm flipV="1">
              <a:off x="4458567" y="3358370"/>
              <a:ext cx="3274865" cy="2065400"/>
            </a:xfrm>
            <a:custGeom>
              <a:avLst/>
              <a:gdLst>
                <a:gd name="connsiteX0" fmla="*/ 137872 w 562759"/>
                <a:gd name="connsiteY0" fmla="*/ 109344 h 370407"/>
                <a:gd name="connsiteX1" fmla="*/ 120967 w 562759"/>
                <a:gd name="connsiteY1" fmla="*/ 77710 h 370407"/>
                <a:gd name="connsiteX2" fmla="*/ 100137 w 562759"/>
                <a:gd name="connsiteY2" fmla="*/ 71378 h 370407"/>
                <a:gd name="connsiteX3" fmla="*/ 93804 w 562759"/>
                <a:gd name="connsiteY3" fmla="*/ 92180 h 370407"/>
                <a:gd name="connsiteX4" fmla="*/ 110881 w 562759"/>
                <a:gd name="connsiteY4" fmla="*/ 124129 h 370407"/>
                <a:gd name="connsiteX5" fmla="*/ 131253 w 562759"/>
                <a:gd name="connsiteY5" fmla="*/ 130719 h 370407"/>
                <a:gd name="connsiteX6" fmla="*/ 139190 w 562759"/>
                <a:gd name="connsiteY6" fmla="*/ 121321 h 370407"/>
                <a:gd name="connsiteX7" fmla="*/ 138044 w 562759"/>
                <a:gd name="connsiteY7" fmla="*/ 109659 h 370407"/>
                <a:gd name="connsiteX8" fmla="*/ 131625 w 562759"/>
                <a:gd name="connsiteY8" fmla="*/ 49056 h 370407"/>
                <a:gd name="connsiteX9" fmla="*/ 154920 w 562759"/>
                <a:gd name="connsiteY9" fmla="*/ 92581 h 370407"/>
                <a:gd name="connsiteX10" fmla="*/ 174661 w 562759"/>
                <a:gd name="connsiteY10" fmla="*/ 99143 h 370407"/>
                <a:gd name="connsiteX11" fmla="*/ 182311 w 562759"/>
                <a:gd name="connsiteY11" fmla="*/ 78197 h 370407"/>
                <a:gd name="connsiteX12" fmla="*/ 158530 w 562759"/>
                <a:gd name="connsiteY12" fmla="*/ 33755 h 370407"/>
                <a:gd name="connsiteX13" fmla="*/ 138645 w 562759"/>
                <a:gd name="connsiteY13" fmla="*/ 27767 h 370407"/>
                <a:gd name="connsiteX14" fmla="*/ 137270 w 562759"/>
                <a:gd name="connsiteY14" fmla="*/ 28512 h 370407"/>
                <a:gd name="connsiteX15" fmla="*/ 131625 w 562759"/>
                <a:gd name="connsiteY15" fmla="*/ 49056 h 370407"/>
                <a:gd name="connsiteX16" fmla="*/ 229444 w 562759"/>
                <a:gd name="connsiteY16" fmla="*/ 52294 h 370407"/>
                <a:gd name="connsiteX17" fmla="*/ 212425 w 562759"/>
                <a:gd name="connsiteY17" fmla="*/ 20432 h 370407"/>
                <a:gd name="connsiteX18" fmla="*/ 210591 w 562759"/>
                <a:gd name="connsiteY18" fmla="*/ 17050 h 370407"/>
                <a:gd name="connsiteX19" fmla="*/ 201594 w 562759"/>
                <a:gd name="connsiteY19" fmla="*/ 9887 h 370407"/>
                <a:gd name="connsiteX20" fmla="*/ 182340 w 562759"/>
                <a:gd name="connsiteY20" fmla="*/ 20174 h 370407"/>
                <a:gd name="connsiteX21" fmla="*/ 183486 w 562759"/>
                <a:gd name="connsiteY21" fmla="*/ 31979 h 370407"/>
                <a:gd name="connsiteX22" fmla="*/ 202454 w 562759"/>
                <a:gd name="connsiteY22" fmla="*/ 67423 h 370407"/>
                <a:gd name="connsiteX23" fmla="*/ 224660 w 562759"/>
                <a:gd name="connsiteY23" fmla="*/ 72352 h 370407"/>
                <a:gd name="connsiteX24" fmla="*/ 229444 w 562759"/>
                <a:gd name="connsiteY24" fmla="*/ 52294 h 370407"/>
                <a:gd name="connsiteX25" fmla="*/ 276921 w 562759"/>
                <a:gd name="connsiteY25" fmla="*/ 27022 h 370407"/>
                <a:gd name="connsiteX26" fmla="*/ 260532 w 562759"/>
                <a:gd name="connsiteY26" fmla="*/ -3637 h 370407"/>
                <a:gd name="connsiteX27" fmla="*/ 239588 w 562759"/>
                <a:gd name="connsiteY27" fmla="*/ -9970 h 370407"/>
                <a:gd name="connsiteX28" fmla="*/ 232854 w 562759"/>
                <a:gd name="connsiteY28" fmla="*/ 10202 h 370407"/>
                <a:gd name="connsiteX29" fmla="*/ 249788 w 562759"/>
                <a:gd name="connsiteY29" fmla="*/ 41893 h 370407"/>
                <a:gd name="connsiteX30" fmla="*/ 270360 w 562759"/>
                <a:gd name="connsiteY30" fmla="*/ 47996 h 370407"/>
                <a:gd name="connsiteX31" fmla="*/ 276921 w 562759"/>
                <a:gd name="connsiteY31" fmla="*/ 27022 h 370407"/>
                <a:gd name="connsiteX32" fmla="*/ 315774 w 562759"/>
                <a:gd name="connsiteY32" fmla="*/ 20002 h 370407"/>
                <a:gd name="connsiteX33" fmla="*/ 320244 w 562759"/>
                <a:gd name="connsiteY33" fmla="*/ 2 h 370407"/>
                <a:gd name="connsiteX34" fmla="*/ 299270 w 562759"/>
                <a:gd name="connsiteY34" fmla="*/ -6102 h 370407"/>
                <a:gd name="connsiteX35" fmla="*/ 288325 w 562759"/>
                <a:gd name="connsiteY35" fmla="*/ -85 h 370407"/>
                <a:gd name="connsiteX36" fmla="*/ 297064 w 562759"/>
                <a:gd name="connsiteY36" fmla="*/ 16277 h 370407"/>
                <a:gd name="connsiteX37" fmla="*/ 301075 w 562759"/>
                <a:gd name="connsiteY37" fmla="*/ 28082 h 370407"/>
                <a:gd name="connsiteX38" fmla="*/ 508374 w 562759"/>
                <a:gd name="connsiteY38" fmla="*/ 154989 h 370407"/>
                <a:gd name="connsiteX39" fmla="*/ 436744 w 562759"/>
                <a:gd name="connsiteY39" fmla="*/ 328744 h 370407"/>
                <a:gd name="connsiteX40" fmla="*/ 436801 w 562759"/>
                <a:gd name="connsiteY40" fmla="*/ 332670 h 370407"/>
                <a:gd name="connsiteX41" fmla="*/ 439494 w 562759"/>
                <a:gd name="connsiteY41" fmla="*/ 335420 h 370407"/>
                <a:gd name="connsiteX42" fmla="*/ 472072 w 562759"/>
                <a:gd name="connsiteY42" fmla="*/ 348830 h 370407"/>
                <a:gd name="connsiteX43" fmla="*/ 479980 w 562759"/>
                <a:gd name="connsiteY43" fmla="*/ 345564 h 370407"/>
                <a:gd name="connsiteX44" fmla="*/ 550895 w 562759"/>
                <a:gd name="connsiteY44" fmla="*/ 173585 h 370407"/>
                <a:gd name="connsiteX45" fmla="*/ 547600 w 562759"/>
                <a:gd name="connsiteY45" fmla="*/ 165676 h 370407"/>
                <a:gd name="connsiteX46" fmla="*/ 515050 w 562759"/>
                <a:gd name="connsiteY46" fmla="*/ 152238 h 370407"/>
                <a:gd name="connsiteX47" fmla="*/ 511154 w 562759"/>
                <a:gd name="connsiteY47" fmla="*/ 152295 h 370407"/>
                <a:gd name="connsiteX48" fmla="*/ 508374 w 562759"/>
                <a:gd name="connsiteY48" fmla="*/ 154989 h 370407"/>
                <a:gd name="connsiteX49" fmla="*/ 464651 w 562759"/>
                <a:gd name="connsiteY49" fmla="*/ 310090 h 370407"/>
                <a:gd name="connsiteX50" fmla="*/ 476141 w 562759"/>
                <a:gd name="connsiteY50" fmla="*/ 321094 h 370407"/>
                <a:gd name="connsiteX51" fmla="*/ 465138 w 562759"/>
                <a:gd name="connsiteY51" fmla="*/ 332555 h 370407"/>
                <a:gd name="connsiteX52" fmla="*/ 453649 w 562759"/>
                <a:gd name="connsiteY52" fmla="*/ 321552 h 370407"/>
                <a:gd name="connsiteX53" fmla="*/ 464651 w 562759"/>
                <a:gd name="connsiteY53" fmla="*/ 310090 h 370407"/>
                <a:gd name="connsiteX54" fmla="*/ 428177 w 562759"/>
                <a:gd name="connsiteY54" fmla="*/ 289575 h 370407"/>
                <a:gd name="connsiteX55" fmla="*/ 477430 w 562759"/>
                <a:gd name="connsiteY55" fmla="*/ 170147 h 370407"/>
                <a:gd name="connsiteX56" fmla="*/ 445339 w 562759"/>
                <a:gd name="connsiteY56" fmla="*/ 156450 h 370407"/>
                <a:gd name="connsiteX57" fmla="*/ 435340 w 562759"/>
                <a:gd name="connsiteY57" fmla="*/ 164559 h 370407"/>
                <a:gd name="connsiteX58" fmla="*/ 342334 w 562759"/>
                <a:gd name="connsiteY58" fmla="*/ 217568 h 370407"/>
                <a:gd name="connsiteX59" fmla="*/ 265489 w 562759"/>
                <a:gd name="connsiteY59" fmla="*/ 210577 h 370407"/>
                <a:gd name="connsiteX60" fmla="*/ 184747 w 562759"/>
                <a:gd name="connsiteY60" fmla="*/ 212496 h 370407"/>
                <a:gd name="connsiteX61" fmla="*/ 246378 w 562759"/>
                <a:gd name="connsiteY61" fmla="*/ 260434 h 370407"/>
                <a:gd name="connsiteX62" fmla="*/ 268985 w 562759"/>
                <a:gd name="connsiteY62" fmla="*/ 279661 h 370407"/>
                <a:gd name="connsiteX63" fmla="*/ 352850 w 562759"/>
                <a:gd name="connsiteY63" fmla="*/ 284388 h 370407"/>
                <a:gd name="connsiteX64" fmla="*/ 410584 w 562759"/>
                <a:gd name="connsiteY64" fmla="*/ 280176 h 370407"/>
                <a:gd name="connsiteX65" fmla="*/ 241908 w 562759"/>
                <a:gd name="connsiteY65" fmla="*/ 287540 h 370407"/>
                <a:gd name="connsiteX66" fmla="*/ 230161 w 562759"/>
                <a:gd name="connsiteY66" fmla="*/ 276537 h 370407"/>
                <a:gd name="connsiteX67" fmla="*/ 161596 w 562759"/>
                <a:gd name="connsiteY67" fmla="*/ 225391 h 370407"/>
                <a:gd name="connsiteX68" fmla="*/ 160564 w 562759"/>
                <a:gd name="connsiteY68" fmla="*/ 224703 h 370407"/>
                <a:gd name="connsiteX69" fmla="*/ 158014 w 562759"/>
                <a:gd name="connsiteY69" fmla="*/ 208714 h 370407"/>
                <a:gd name="connsiteX70" fmla="*/ 274085 w 562759"/>
                <a:gd name="connsiteY70" fmla="*/ 189373 h 370407"/>
                <a:gd name="connsiteX71" fmla="*/ 331074 w 562759"/>
                <a:gd name="connsiteY71" fmla="*/ 197711 h 370407"/>
                <a:gd name="connsiteX72" fmla="*/ 424079 w 562759"/>
                <a:gd name="connsiteY72" fmla="*/ 144702 h 370407"/>
                <a:gd name="connsiteX73" fmla="*/ 430125 w 562759"/>
                <a:gd name="connsiteY73" fmla="*/ 123269 h 370407"/>
                <a:gd name="connsiteX74" fmla="*/ 409553 w 562759"/>
                <a:gd name="connsiteY74" fmla="*/ 117367 h 370407"/>
                <a:gd name="connsiteX75" fmla="*/ 342707 w 562759"/>
                <a:gd name="connsiteY75" fmla="*/ 155103 h 370407"/>
                <a:gd name="connsiteX76" fmla="*/ 327177 w 562759"/>
                <a:gd name="connsiteY76" fmla="*/ 150748 h 370407"/>
                <a:gd name="connsiteX77" fmla="*/ 331533 w 562759"/>
                <a:gd name="connsiteY77" fmla="*/ 135218 h 370407"/>
                <a:gd name="connsiteX78" fmla="*/ 400011 w 562759"/>
                <a:gd name="connsiteY78" fmla="*/ 96564 h 370407"/>
                <a:gd name="connsiteX79" fmla="*/ 405771 w 562759"/>
                <a:gd name="connsiteY79" fmla="*/ 75762 h 370407"/>
                <a:gd name="connsiteX80" fmla="*/ 384797 w 562759"/>
                <a:gd name="connsiteY80" fmla="*/ 69687 h 370407"/>
                <a:gd name="connsiteX81" fmla="*/ 308955 w 562759"/>
                <a:gd name="connsiteY81" fmla="*/ 111980 h 370407"/>
                <a:gd name="connsiteX82" fmla="*/ 293396 w 562759"/>
                <a:gd name="connsiteY82" fmla="*/ 107596 h 370407"/>
                <a:gd name="connsiteX83" fmla="*/ 297780 w 562759"/>
                <a:gd name="connsiteY83" fmla="*/ 92008 h 370407"/>
                <a:gd name="connsiteX84" fmla="*/ 355199 w 562759"/>
                <a:gd name="connsiteY84" fmla="*/ 59687 h 370407"/>
                <a:gd name="connsiteX85" fmla="*/ 361360 w 562759"/>
                <a:gd name="connsiteY85" fmla="*/ 38655 h 370407"/>
                <a:gd name="connsiteX86" fmla="*/ 340357 w 562759"/>
                <a:gd name="connsiteY86" fmla="*/ 32581 h 370407"/>
                <a:gd name="connsiteX87" fmla="*/ 292451 w 562759"/>
                <a:gd name="connsiteY87" fmla="*/ 59114 h 370407"/>
                <a:gd name="connsiteX88" fmla="*/ 281305 w 562759"/>
                <a:gd name="connsiteY88" fmla="*/ 68054 h 370407"/>
                <a:gd name="connsiteX89" fmla="*/ 252424 w 562759"/>
                <a:gd name="connsiteY89" fmla="*/ 71005 h 370407"/>
                <a:gd name="connsiteX90" fmla="*/ 233886 w 562759"/>
                <a:gd name="connsiteY90" fmla="*/ 93441 h 370407"/>
                <a:gd name="connsiteX91" fmla="*/ 204975 w 562759"/>
                <a:gd name="connsiteY91" fmla="*/ 96392 h 370407"/>
                <a:gd name="connsiteX92" fmla="*/ 192712 w 562759"/>
                <a:gd name="connsiteY92" fmla="*/ 114644 h 370407"/>
                <a:gd name="connsiteX93" fmla="*/ 176266 w 562759"/>
                <a:gd name="connsiteY93" fmla="*/ 122496 h 370407"/>
                <a:gd name="connsiteX94" fmla="*/ 162312 w 562759"/>
                <a:gd name="connsiteY94" fmla="*/ 122811 h 370407"/>
                <a:gd name="connsiteX95" fmla="*/ 161137 w 562759"/>
                <a:gd name="connsiteY95" fmla="*/ 127968 h 370407"/>
                <a:gd name="connsiteX96" fmla="*/ 143258 w 562759"/>
                <a:gd name="connsiteY96" fmla="*/ 150261 h 370407"/>
                <a:gd name="connsiteX97" fmla="*/ 99506 w 562759"/>
                <a:gd name="connsiteY97" fmla="*/ 145648 h 370407"/>
                <a:gd name="connsiteX98" fmla="*/ 79765 w 562759"/>
                <a:gd name="connsiteY98" fmla="*/ 173241 h 370407"/>
                <a:gd name="connsiteX99" fmla="*/ 63233 w 562759"/>
                <a:gd name="connsiteY99" fmla="*/ 180433 h 370407"/>
                <a:gd name="connsiteX100" fmla="*/ 112142 w 562759"/>
                <a:gd name="connsiteY100" fmla="*/ 299116 h 370407"/>
                <a:gd name="connsiteX101" fmla="*/ 133746 w 562759"/>
                <a:gd name="connsiteY101" fmla="*/ 289145 h 370407"/>
                <a:gd name="connsiteX102" fmla="*/ 189933 w 562759"/>
                <a:gd name="connsiteY102" fmla="*/ 287111 h 370407"/>
                <a:gd name="connsiteX103" fmla="*/ 241908 w 562759"/>
                <a:gd name="connsiteY103" fmla="*/ 287540 h 370407"/>
                <a:gd name="connsiteX104" fmla="*/ 60511 w 562759"/>
                <a:gd name="connsiteY104" fmla="*/ 355478 h 370407"/>
                <a:gd name="connsiteX105" fmla="*/ 60539 w 562759"/>
                <a:gd name="connsiteY105" fmla="*/ 355478 h 370407"/>
                <a:gd name="connsiteX106" fmla="*/ 63290 w 562759"/>
                <a:gd name="connsiteY106" fmla="*/ 358200 h 370407"/>
                <a:gd name="connsiteX107" fmla="*/ 67187 w 562759"/>
                <a:gd name="connsiteY107" fmla="*/ 358257 h 370407"/>
                <a:gd name="connsiteX108" fmla="*/ 100624 w 562759"/>
                <a:gd name="connsiteY108" fmla="*/ 344446 h 370407"/>
                <a:gd name="connsiteX109" fmla="*/ 103346 w 562759"/>
                <a:gd name="connsiteY109" fmla="*/ 341696 h 370407"/>
                <a:gd name="connsiteX110" fmla="*/ 103374 w 562759"/>
                <a:gd name="connsiteY110" fmla="*/ 337799 h 370407"/>
                <a:gd name="connsiteX111" fmla="*/ 31744 w 562759"/>
                <a:gd name="connsiteY111" fmla="*/ 164043 h 370407"/>
                <a:gd name="connsiteX112" fmla="*/ 25096 w 562759"/>
                <a:gd name="connsiteY112" fmla="*/ 161292 h 370407"/>
                <a:gd name="connsiteX113" fmla="*/ -8369 w 562759"/>
                <a:gd name="connsiteY113" fmla="*/ 175075 h 370407"/>
                <a:gd name="connsiteX114" fmla="*/ -11120 w 562759"/>
                <a:gd name="connsiteY114" fmla="*/ 181751 h 370407"/>
                <a:gd name="connsiteX115" fmla="*/ 75496 w 562759"/>
                <a:gd name="connsiteY115" fmla="*/ 341609 h 370407"/>
                <a:gd name="connsiteX116" fmla="*/ 64006 w 562759"/>
                <a:gd name="connsiteY116" fmla="*/ 330607 h 370407"/>
                <a:gd name="connsiteX117" fmla="*/ 75009 w 562759"/>
                <a:gd name="connsiteY117" fmla="*/ 319116 h 370407"/>
                <a:gd name="connsiteX118" fmla="*/ 86470 w 562759"/>
                <a:gd name="connsiteY118" fmla="*/ 330119 h 370407"/>
                <a:gd name="connsiteX119" fmla="*/ 75496 w 562759"/>
                <a:gd name="connsiteY119" fmla="*/ 341609 h 37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62759" h="370407">
                  <a:moveTo>
                    <a:pt x="137872" y="109344"/>
                  </a:moveTo>
                  <a:lnTo>
                    <a:pt x="120967" y="77710"/>
                  </a:lnTo>
                  <a:cubicBezTo>
                    <a:pt x="116984" y="70260"/>
                    <a:pt x="107586" y="67395"/>
                    <a:pt x="100137" y="71378"/>
                  </a:cubicBezTo>
                  <a:cubicBezTo>
                    <a:pt x="92687" y="75361"/>
                    <a:pt x="89822" y="84759"/>
                    <a:pt x="93804" y="92180"/>
                  </a:cubicBezTo>
                  <a:lnTo>
                    <a:pt x="110881" y="124129"/>
                  </a:lnTo>
                  <a:cubicBezTo>
                    <a:pt x="114434" y="130920"/>
                    <a:pt x="124262" y="134100"/>
                    <a:pt x="131253" y="130719"/>
                  </a:cubicBezTo>
                  <a:cubicBezTo>
                    <a:pt x="134921" y="128971"/>
                    <a:pt x="137872" y="125676"/>
                    <a:pt x="139190" y="121321"/>
                  </a:cubicBezTo>
                  <a:cubicBezTo>
                    <a:pt x="140364" y="117424"/>
                    <a:pt x="139963" y="113269"/>
                    <a:pt x="138044" y="109659"/>
                  </a:cubicBezTo>
                  <a:close/>
                  <a:moveTo>
                    <a:pt x="131625" y="49056"/>
                  </a:moveTo>
                  <a:cubicBezTo>
                    <a:pt x="139390" y="63584"/>
                    <a:pt x="147155" y="78083"/>
                    <a:pt x="154920" y="92581"/>
                  </a:cubicBezTo>
                  <a:cubicBezTo>
                    <a:pt x="158759" y="99458"/>
                    <a:pt x="167470" y="102352"/>
                    <a:pt x="174661" y="99143"/>
                  </a:cubicBezTo>
                  <a:cubicBezTo>
                    <a:pt x="182598" y="95618"/>
                    <a:pt x="186094" y="85962"/>
                    <a:pt x="182311" y="78197"/>
                  </a:cubicBezTo>
                  <a:cubicBezTo>
                    <a:pt x="174289" y="63985"/>
                    <a:pt x="165206" y="48598"/>
                    <a:pt x="158530" y="33755"/>
                  </a:cubicBezTo>
                  <a:cubicBezTo>
                    <a:pt x="154490" y="27050"/>
                    <a:pt x="145751" y="24443"/>
                    <a:pt x="138645" y="27767"/>
                  </a:cubicBezTo>
                  <a:cubicBezTo>
                    <a:pt x="138216" y="28025"/>
                    <a:pt x="137757" y="28282"/>
                    <a:pt x="137270" y="28512"/>
                  </a:cubicBezTo>
                  <a:cubicBezTo>
                    <a:pt x="130279" y="32724"/>
                    <a:pt x="127757" y="41836"/>
                    <a:pt x="131625" y="49056"/>
                  </a:cubicBezTo>
                  <a:close/>
                  <a:moveTo>
                    <a:pt x="229444" y="52294"/>
                  </a:moveTo>
                  <a:cubicBezTo>
                    <a:pt x="223685" y="41721"/>
                    <a:pt x="218069" y="31062"/>
                    <a:pt x="212425" y="20432"/>
                  </a:cubicBezTo>
                  <a:cubicBezTo>
                    <a:pt x="211823" y="19314"/>
                    <a:pt x="211164" y="18197"/>
                    <a:pt x="210591" y="17050"/>
                  </a:cubicBezTo>
                  <a:cubicBezTo>
                    <a:pt x="208586" y="13469"/>
                    <a:pt x="205319" y="11004"/>
                    <a:pt x="201594" y="9887"/>
                  </a:cubicBezTo>
                  <a:cubicBezTo>
                    <a:pt x="193400" y="7394"/>
                    <a:pt x="184833" y="11979"/>
                    <a:pt x="182340" y="20174"/>
                  </a:cubicBezTo>
                  <a:cubicBezTo>
                    <a:pt x="181194" y="23984"/>
                    <a:pt x="181480" y="28225"/>
                    <a:pt x="183486" y="31979"/>
                  </a:cubicBezTo>
                  <a:cubicBezTo>
                    <a:pt x="189675" y="43526"/>
                    <a:pt x="196838" y="55733"/>
                    <a:pt x="202454" y="67423"/>
                  </a:cubicBezTo>
                  <a:cubicBezTo>
                    <a:pt x="206952" y="75131"/>
                    <a:pt x="217325" y="77481"/>
                    <a:pt x="224660" y="72352"/>
                  </a:cubicBezTo>
                  <a:cubicBezTo>
                    <a:pt x="231020" y="67882"/>
                    <a:pt x="233112" y="59142"/>
                    <a:pt x="229444" y="52294"/>
                  </a:cubicBezTo>
                  <a:close/>
                  <a:moveTo>
                    <a:pt x="276921" y="27022"/>
                  </a:moveTo>
                  <a:cubicBezTo>
                    <a:pt x="271449" y="16793"/>
                    <a:pt x="265976" y="6563"/>
                    <a:pt x="260532" y="-3637"/>
                  </a:cubicBezTo>
                  <a:cubicBezTo>
                    <a:pt x="256521" y="-11145"/>
                    <a:pt x="247066" y="-13982"/>
                    <a:pt x="239588" y="-9970"/>
                  </a:cubicBezTo>
                  <a:cubicBezTo>
                    <a:pt x="232396" y="-6130"/>
                    <a:pt x="229416" y="2810"/>
                    <a:pt x="232854" y="10202"/>
                  </a:cubicBezTo>
                  <a:cubicBezTo>
                    <a:pt x="238499" y="20603"/>
                    <a:pt x="244515" y="31320"/>
                    <a:pt x="249788" y="41893"/>
                  </a:cubicBezTo>
                  <a:cubicBezTo>
                    <a:pt x="253827" y="49085"/>
                    <a:pt x="262996" y="51836"/>
                    <a:pt x="270360" y="47996"/>
                  </a:cubicBezTo>
                  <a:cubicBezTo>
                    <a:pt x="277895" y="44071"/>
                    <a:pt x="280904" y="34529"/>
                    <a:pt x="276921" y="27022"/>
                  </a:cubicBezTo>
                  <a:close/>
                  <a:moveTo>
                    <a:pt x="315774" y="20002"/>
                  </a:moveTo>
                  <a:cubicBezTo>
                    <a:pt x="322020" y="15446"/>
                    <a:pt x="323997" y="6792"/>
                    <a:pt x="320244" y="2"/>
                  </a:cubicBezTo>
                  <a:cubicBezTo>
                    <a:pt x="316146" y="-7477"/>
                    <a:pt x="306720" y="-10199"/>
                    <a:pt x="299270" y="-6102"/>
                  </a:cubicBezTo>
                  <a:lnTo>
                    <a:pt x="288325" y="-85"/>
                  </a:lnTo>
                  <a:lnTo>
                    <a:pt x="297064" y="16277"/>
                  </a:lnTo>
                  <a:cubicBezTo>
                    <a:pt x="299098" y="20059"/>
                    <a:pt x="300416" y="24071"/>
                    <a:pt x="301075" y="28082"/>
                  </a:cubicBezTo>
                  <a:close/>
                  <a:moveTo>
                    <a:pt x="508374" y="154989"/>
                  </a:moveTo>
                  <a:lnTo>
                    <a:pt x="436744" y="328744"/>
                  </a:lnTo>
                  <a:cubicBezTo>
                    <a:pt x="436228" y="330034"/>
                    <a:pt x="436285" y="331437"/>
                    <a:pt x="436801" y="332670"/>
                  </a:cubicBezTo>
                  <a:cubicBezTo>
                    <a:pt x="437288" y="333873"/>
                    <a:pt x="438234" y="334905"/>
                    <a:pt x="439494" y="335420"/>
                  </a:cubicBezTo>
                  <a:lnTo>
                    <a:pt x="472072" y="348830"/>
                  </a:lnTo>
                  <a:cubicBezTo>
                    <a:pt x="476485" y="350234"/>
                    <a:pt x="477860" y="349661"/>
                    <a:pt x="479980" y="345564"/>
                  </a:cubicBezTo>
                  <a:lnTo>
                    <a:pt x="550895" y="173585"/>
                  </a:lnTo>
                  <a:cubicBezTo>
                    <a:pt x="551926" y="171092"/>
                    <a:pt x="550895" y="166880"/>
                    <a:pt x="547600" y="165676"/>
                  </a:cubicBezTo>
                  <a:lnTo>
                    <a:pt x="515050" y="152238"/>
                  </a:lnTo>
                  <a:cubicBezTo>
                    <a:pt x="513761" y="151722"/>
                    <a:pt x="512357" y="151779"/>
                    <a:pt x="511154" y="152295"/>
                  </a:cubicBezTo>
                  <a:cubicBezTo>
                    <a:pt x="509922" y="152782"/>
                    <a:pt x="508919" y="153728"/>
                    <a:pt x="508374" y="154989"/>
                  </a:cubicBezTo>
                  <a:close/>
                  <a:moveTo>
                    <a:pt x="464651" y="310090"/>
                  </a:moveTo>
                  <a:cubicBezTo>
                    <a:pt x="470869" y="309947"/>
                    <a:pt x="475997" y="314876"/>
                    <a:pt x="476141" y="321094"/>
                  </a:cubicBezTo>
                  <a:cubicBezTo>
                    <a:pt x="476255" y="327283"/>
                    <a:pt x="471327" y="332412"/>
                    <a:pt x="465138" y="332555"/>
                  </a:cubicBezTo>
                  <a:cubicBezTo>
                    <a:pt x="458921" y="332698"/>
                    <a:pt x="453792" y="327770"/>
                    <a:pt x="453649" y="321552"/>
                  </a:cubicBezTo>
                  <a:cubicBezTo>
                    <a:pt x="453534" y="315363"/>
                    <a:pt x="458462" y="310205"/>
                    <a:pt x="464651" y="310090"/>
                  </a:cubicBezTo>
                  <a:close/>
                  <a:moveTo>
                    <a:pt x="428177" y="289575"/>
                  </a:moveTo>
                  <a:lnTo>
                    <a:pt x="477430" y="170147"/>
                  </a:lnTo>
                  <a:lnTo>
                    <a:pt x="445339" y="156450"/>
                  </a:lnTo>
                  <a:cubicBezTo>
                    <a:pt x="442532" y="159602"/>
                    <a:pt x="439208" y="162381"/>
                    <a:pt x="435340" y="164559"/>
                  </a:cubicBezTo>
                  <a:lnTo>
                    <a:pt x="342334" y="217568"/>
                  </a:lnTo>
                  <a:cubicBezTo>
                    <a:pt x="317608" y="231694"/>
                    <a:pt x="292078" y="221351"/>
                    <a:pt x="265489" y="210577"/>
                  </a:cubicBezTo>
                  <a:cubicBezTo>
                    <a:pt x="238269" y="199574"/>
                    <a:pt x="209646" y="187998"/>
                    <a:pt x="184747" y="212496"/>
                  </a:cubicBezTo>
                  <a:cubicBezTo>
                    <a:pt x="206867" y="226135"/>
                    <a:pt x="228069" y="241952"/>
                    <a:pt x="246378" y="260434"/>
                  </a:cubicBezTo>
                  <a:cubicBezTo>
                    <a:pt x="253283" y="267425"/>
                    <a:pt x="260905" y="274073"/>
                    <a:pt x="268985" y="279661"/>
                  </a:cubicBezTo>
                  <a:cubicBezTo>
                    <a:pt x="304428" y="304188"/>
                    <a:pt x="330559" y="293500"/>
                    <a:pt x="352850" y="284388"/>
                  </a:cubicBezTo>
                  <a:cubicBezTo>
                    <a:pt x="370643" y="277110"/>
                    <a:pt x="392476" y="268514"/>
                    <a:pt x="410584" y="280176"/>
                  </a:cubicBezTo>
                  <a:close/>
                  <a:moveTo>
                    <a:pt x="241908" y="287540"/>
                  </a:moveTo>
                  <a:cubicBezTo>
                    <a:pt x="238126" y="284274"/>
                    <a:pt x="234201" y="280606"/>
                    <a:pt x="230161" y="276537"/>
                  </a:cubicBezTo>
                  <a:cubicBezTo>
                    <a:pt x="210076" y="256222"/>
                    <a:pt x="186323" y="239546"/>
                    <a:pt x="161596" y="225391"/>
                  </a:cubicBezTo>
                  <a:cubicBezTo>
                    <a:pt x="161596" y="225391"/>
                    <a:pt x="160650" y="224760"/>
                    <a:pt x="160564" y="224703"/>
                  </a:cubicBezTo>
                  <a:cubicBezTo>
                    <a:pt x="155436" y="221007"/>
                    <a:pt x="154290" y="213843"/>
                    <a:pt x="158014" y="208714"/>
                  </a:cubicBezTo>
                  <a:cubicBezTo>
                    <a:pt x="195205" y="157453"/>
                    <a:pt x="235748" y="173843"/>
                    <a:pt x="274085" y="189373"/>
                  </a:cubicBezTo>
                  <a:cubicBezTo>
                    <a:pt x="295431" y="198026"/>
                    <a:pt x="315946" y="206307"/>
                    <a:pt x="331074" y="197711"/>
                  </a:cubicBezTo>
                  <a:lnTo>
                    <a:pt x="424079" y="144702"/>
                  </a:lnTo>
                  <a:cubicBezTo>
                    <a:pt x="431586" y="140404"/>
                    <a:pt x="434509" y="130862"/>
                    <a:pt x="430125" y="123269"/>
                  </a:cubicBezTo>
                  <a:cubicBezTo>
                    <a:pt x="425598" y="115476"/>
                    <a:pt x="417461" y="114043"/>
                    <a:pt x="409553" y="117367"/>
                  </a:cubicBezTo>
                  <a:lnTo>
                    <a:pt x="342707" y="155103"/>
                  </a:lnTo>
                  <a:cubicBezTo>
                    <a:pt x="337234" y="158198"/>
                    <a:pt x="330272" y="156250"/>
                    <a:pt x="327177" y="150748"/>
                  </a:cubicBezTo>
                  <a:cubicBezTo>
                    <a:pt x="324083" y="145275"/>
                    <a:pt x="326031" y="138312"/>
                    <a:pt x="331533" y="135218"/>
                  </a:cubicBezTo>
                  <a:lnTo>
                    <a:pt x="400011" y="96564"/>
                  </a:lnTo>
                  <a:cubicBezTo>
                    <a:pt x="407146" y="92295"/>
                    <a:pt x="409811" y="83126"/>
                    <a:pt x="405771" y="75762"/>
                  </a:cubicBezTo>
                  <a:cubicBezTo>
                    <a:pt x="401673" y="68312"/>
                    <a:pt x="392247" y="65589"/>
                    <a:pt x="384797" y="69687"/>
                  </a:cubicBezTo>
                  <a:lnTo>
                    <a:pt x="308955" y="111980"/>
                  </a:lnTo>
                  <a:cubicBezTo>
                    <a:pt x="303453" y="115074"/>
                    <a:pt x="296491" y="113097"/>
                    <a:pt x="293396" y="107596"/>
                  </a:cubicBezTo>
                  <a:cubicBezTo>
                    <a:pt x="290302" y="102065"/>
                    <a:pt x="292279" y="95103"/>
                    <a:pt x="297780" y="92008"/>
                  </a:cubicBezTo>
                  <a:lnTo>
                    <a:pt x="355199" y="59687"/>
                  </a:lnTo>
                  <a:cubicBezTo>
                    <a:pt x="362592" y="55532"/>
                    <a:pt x="365485" y="46191"/>
                    <a:pt x="361360" y="38655"/>
                  </a:cubicBezTo>
                  <a:cubicBezTo>
                    <a:pt x="357262" y="31205"/>
                    <a:pt x="347807" y="28483"/>
                    <a:pt x="340357" y="32581"/>
                  </a:cubicBezTo>
                  <a:cubicBezTo>
                    <a:pt x="324369" y="41377"/>
                    <a:pt x="308410" y="50260"/>
                    <a:pt x="292451" y="59114"/>
                  </a:cubicBezTo>
                  <a:cubicBezTo>
                    <a:pt x="289299" y="62810"/>
                    <a:pt x="285574" y="65762"/>
                    <a:pt x="281305" y="68054"/>
                  </a:cubicBezTo>
                  <a:cubicBezTo>
                    <a:pt x="272108" y="72982"/>
                    <a:pt x="261736" y="73727"/>
                    <a:pt x="252424" y="71005"/>
                  </a:cubicBezTo>
                  <a:cubicBezTo>
                    <a:pt x="249415" y="80719"/>
                    <a:pt x="242825" y="88627"/>
                    <a:pt x="233886" y="93441"/>
                  </a:cubicBezTo>
                  <a:cubicBezTo>
                    <a:pt x="224660" y="98369"/>
                    <a:pt x="214287" y="99143"/>
                    <a:pt x="204975" y="96392"/>
                  </a:cubicBezTo>
                  <a:cubicBezTo>
                    <a:pt x="202826" y="103412"/>
                    <a:pt x="198615" y="109802"/>
                    <a:pt x="192712" y="114644"/>
                  </a:cubicBezTo>
                  <a:cubicBezTo>
                    <a:pt x="187870" y="118599"/>
                    <a:pt x="182397" y="121235"/>
                    <a:pt x="176266" y="122496"/>
                  </a:cubicBezTo>
                  <a:cubicBezTo>
                    <a:pt x="171624" y="123470"/>
                    <a:pt x="166868" y="123556"/>
                    <a:pt x="162312" y="122811"/>
                  </a:cubicBezTo>
                  <a:cubicBezTo>
                    <a:pt x="162026" y="124559"/>
                    <a:pt x="161624" y="126278"/>
                    <a:pt x="161137" y="127968"/>
                  </a:cubicBezTo>
                  <a:cubicBezTo>
                    <a:pt x="158358" y="137080"/>
                    <a:pt x="152198" y="145218"/>
                    <a:pt x="143258" y="150261"/>
                  </a:cubicBezTo>
                  <a:cubicBezTo>
                    <a:pt x="129735" y="158771"/>
                    <a:pt x="111540" y="155648"/>
                    <a:pt x="99506" y="145648"/>
                  </a:cubicBezTo>
                  <a:cubicBezTo>
                    <a:pt x="97157" y="157138"/>
                    <a:pt x="93404" y="167940"/>
                    <a:pt x="79765" y="173241"/>
                  </a:cubicBezTo>
                  <a:cubicBezTo>
                    <a:pt x="74264" y="175362"/>
                    <a:pt x="68648" y="178026"/>
                    <a:pt x="63233" y="180433"/>
                  </a:cubicBezTo>
                  <a:lnTo>
                    <a:pt x="112142" y="299116"/>
                  </a:lnTo>
                  <a:lnTo>
                    <a:pt x="133746" y="289145"/>
                  </a:lnTo>
                  <a:cubicBezTo>
                    <a:pt x="153115" y="278428"/>
                    <a:pt x="170765" y="282583"/>
                    <a:pt x="189933" y="287111"/>
                  </a:cubicBezTo>
                  <a:cubicBezTo>
                    <a:pt x="205692" y="290835"/>
                    <a:pt x="222769" y="294876"/>
                    <a:pt x="241908" y="287540"/>
                  </a:cubicBezTo>
                  <a:close/>
                  <a:moveTo>
                    <a:pt x="60511" y="355478"/>
                  </a:moveTo>
                  <a:lnTo>
                    <a:pt x="60539" y="355478"/>
                  </a:lnTo>
                  <a:cubicBezTo>
                    <a:pt x="61055" y="356739"/>
                    <a:pt x="62058" y="357684"/>
                    <a:pt x="63290" y="358200"/>
                  </a:cubicBezTo>
                  <a:cubicBezTo>
                    <a:pt x="64522" y="358716"/>
                    <a:pt x="65926" y="358773"/>
                    <a:pt x="67187" y="358257"/>
                  </a:cubicBezTo>
                  <a:lnTo>
                    <a:pt x="100624" y="344446"/>
                  </a:lnTo>
                  <a:cubicBezTo>
                    <a:pt x="101884" y="343931"/>
                    <a:pt x="102830" y="342928"/>
                    <a:pt x="103346" y="341696"/>
                  </a:cubicBezTo>
                  <a:cubicBezTo>
                    <a:pt x="103862" y="340463"/>
                    <a:pt x="103919" y="339059"/>
                    <a:pt x="103374" y="337799"/>
                  </a:cubicBezTo>
                  <a:lnTo>
                    <a:pt x="31744" y="164043"/>
                  </a:lnTo>
                  <a:cubicBezTo>
                    <a:pt x="30712" y="161493"/>
                    <a:pt x="27618" y="160232"/>
                    <a:pt x="25096" y="161292"/>
                  </a:cubicBezTo>
                  <a:lnTo>
                    <a:pt x="-8369" y="175075"/>
                  </a:lnTo>
                  <a:cubicBezTo>
                    <a:pt x="-10891" y="176135"/>
                    <a:pt x="-12152" y="179201"/>
                    <a:pt x="-11120" y="181751"/>
                  </a:cubicBezTo>
                  <a:close/>
                  <a:moveTo>
                    <a:pt x="75496" y="341609"/>
                  </a:moveTo>
                  <a:cubicBezTo>
                    <a:pt x="69278" y="341724"/>
                    <a:pt x="64149" y="336796"/>
                    <a:pt x="64006" y="330607"/>
                  </a:cubicBezTo>
                  <a:cubicBezTo>
                    <a:pt x="63863" y="324389"/>
                    <a:pt x="68791" y="319260"/>
                    <a:pt x="75009" y="319116"/>
                  </a:cubicBezTo>
                  <a:cubicBezTo>
                    <a:pt x="81226" y="319002"/>
                    <a:pt x="86355" y="323930"/>
                    <a:pt x="86470" y="330119"/>
                  </a:cubicBezTo>
                  <a:cubicBezTo>
                    <a:pt x="86613" y="336337"/>
                    <a:pt x="81685" y="341466"/>
                    <a:pt x="75496" y="341609"/>
                  </a:cubicBezTo>
                </a:path>
              </a:pathLst>
            </a:custGeom>
            <a:solidFill>
              <a:srgbClr val="0197F9"/>
            </a:solidFill>
            <a:ln w="2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311F7926-1B25-54C7-D213-6A15F208FB81}"/>
                </a:ext>
              </a:extLst>
            </p:cNvPr>
            <p:cNvSpPr/>
            <p:nvPr/>
          </p:nvSpPr>
          <p:spPr>
            <a:xfrm flipV="1">
              <a:off x="4738283" y="1652880"/>
              <a:ext cx="2717463" cy="1472947"/>
            </a:xfrm>
            <a:custGeom>
              <a:avLst/>
              <a:gdLst>
                <a:gd name="connsiteX0" fmla="*/ -4318 w 466974"/>
                <a:gd name="connsiteY0" fmla="*/ -13211 h 264157"/>
                <a:gd name="connsiteX1" fmla="*/ 24191 w 466974"/>
                <a:gd name="connsiteY1" fmla="*/ -13211 h 264157"/>
                <a:gd name="connsiteX2" fmla="*/ 24191 w 466974"/>
                <a:gd name="connsiteY2" fmla="*/ 59368 h 264157"/>
                <a:gd name="connsiteX3" fmla="*/ 35652 w 466974"/>
                <a:gd name="connsiteY3" fmla="*/ 70830 h 264157"/>
                <a:gd name="connsiteX4" fmla="*/ 47112 w 466974"/>
                <a:gd name="connsiteY4" fmla="*/ 59368 h 264157"/>
                <a:gd name="connsiteX5" fmla="*/ 47112 w 466974"/>
                <a:gd name="connsiteY5" fmla="*/ -13211 h 264157"/>
                <a:gd name="connsiteX6" fmla="*/ 137396 w 466974"/>
                <a:gd name="connsiteY6" fmla="*/ -13211 h 264157"/>
                <a:gd name="connsiteX7" fmla="*/ 137396 w 466974"/>
                <a:gd name="connsiteY7" fmla="*/ 59368 h 264157"/>
                <a:gd name="connsiteX8" fmla="*/ 148857 w 466974"/>
                <a:gd name="connsiteY8" fmla="*/ 70830 h 264157"/>
                <a:gd name="connsiteX9" fmla="*/ 160318 w 466974"/>
                <a:gd name="connsiteY9" fmla="*/ 59368 h 264157"/>
                <a:gd name="connsiteX10" fmla="*/ 160318 w 466974"/>
                <a:gd name="connsiteY10" fmla="*/ -13211 h 264157"/>
                <a:gd name="connsiteX11" fmla="*/ 188827 w 466974"/>
                <a:gd name="connsiteY11" fmla="*/ -13211 h 264157"/>
                <a:gd name="connsiteX12" fmla="*/ 195990 w 466974"/>
                <a:gd name="connsiteY12" fmla="*/ -6048 h 264157"/>
                <a:gd name="connsiteX13" fmla="*/ 195990 w 466974"/>
                <a:gd name="connsiteY13" fmla="*/ 81031 h 264157"/>
                <a:gd name="connsiteX14" fmla="*/ 152037 w 466974"/>
                <a:gd name="connsiteY14" fmla="*/ 123037 h 264157"/>
                <a:gd name="connsiteX15" fmla="*/ 32471 w 466974"/>
                <a:gd name="connsiteY15" fmla="*/ 123037 h 264157"/>
                <a:gd name="connsiteX16" fmla="*/ -11481 w 466974"/>
                <a:gd name="connsiteY16" fmla="*/ 81031 h 264157"/>
                <a:gd name="connsiteX17" fmla="*/ -11481 w 466974"/>
                <a:gd name="connsiteY17" fmla="*/ -6048 h 264157"/>
                <a:gd name="connsiteX18" fmla="*/ -4318 w 466974"/>
                <a:gd name="connsiteY18" fmla="*/ -13211 h 264157"/>
                <a:gd name="connsiteX19" fmla="*/ 351743 w 466974"/>
                <a:gd name="connsiteY19" fmla="*/ 250946 h 264157"/>
                <a:gd name="connsiteX20" fmla="*/ 398447 w 466974"/>
                <a:gd name="connsiteY20" fmla="*/ 202378 h 264157"/>
                <a:gd name="connsiteX21" fmla="*/ 351743 w 466974"/>
                <a:gd name="connsiteY21" fmla="*/ 141002 h 264157"/>
                <a:gd name="connsiteX22" fmla="*/ 305069 w 466974"/>
                <a:gd name="connsiteY22" fmla="*/ 202378 h 264157"/>
                <a:gd name="connsiteX23" fmla="*/ 351743 w 466974"/>
                <a:gd name="connsiteY23" fmla="*/ 250946 h 264157"/>
                <a:gd name="connsiteX24" fmla="*/ 255185 w 466974"/>
                <a:gd name="connsiteY24" fmla="*/ -13211 h 264157"/>
                <a:gd name="connsiteX25" fmla="*/ 283694 w 466974"/>
                <a:gd name="connsiteY25" fmla="*/ -13211 h 264157"/>
                <a:gd name="connsiteX26" fmla="*/ 283694 w 466974"/>
                <a:gd name="connsiteY26" fmla="*/ 59368 h 264157"/>
                <a:gd name="connsiteX27" fmla="*/ 295155 w 466974"/>
                <a:gd name="connsiteY27" fmla="*/ 70830 h 264157"/>
                <a:gd name="connsiteX28" fmla="*/ 306616 w 466974"/>
                <a:gd name="connsiteY28" fmla="*/ 59368 h 264157"/>
                <a:gd name="connsiteX29" fmla="*/ 306616 w 466974"/>
                <a:gd name="connsiteY29" fmla="*/ -13211 h 264157"/>
                <a:gd name="connsiteX30" fmla="*/ 396899 w 466974"/>
                <a:gd name="connsiteY30" fmla="*/ -13211 h 264157"/>
                <a:gd name="connsiteX31" fmla="*/ 396899 w 466974"/>
                <a:gd name="connsiteY31" fmla="*/ 59368 h 264157"/>
                <a:gd name="connsiteX32" fmla="*/ 408360 w 466974"/>
                <a:gd name="connsiteY32" fmla="*/ 70830 h 264157"/>
                <a:gd name="connsiteX33" fmla="*/ 419821 w 466974"/>
                <a:gd name="connsiteY33" fmla="*/ 59368 h 264157"/>
                <a:gd name="connsiteX34" fmla="*/ 419821 w 466974"/>
                <a:gd name="connsiteY34" fmla="*/ -13211 h 264157"/>
                <a:gd name="connsiteX35" fmla="*/ 448330 w 466974"/>
                <a:gd name="connsiteY35" fmla="*/ -13211 h 264157"/>
                <a:gd name="connsiteX36" fmla="*/ 455493 w 466974"/>
                <a:gd name="connsiteY36" fmla="*/ -6048 h 264157"/>
                <a:gd name="connsiteX37" fmla="*/ 455493 w 466974"/>
                <a:gd name="connsiteY37" fmla="*/ 81031 h 264157"/>
                <a:gd name="connsiteX38" fmla="*/ 411541 w 466974"/>
                <a:gd name="connsiteY38" fmla="*/ 123037 h 264157"/>
                <a:gd name="connsiteX39" fmla="*/ 291975 w 466974"/>
                <a:gd name="connsiteY39" fmla="*/ 123037 h 264157"/>
                <a:gd name="connsiteX40" fmla="*/ 248022 w 466974"/>
                <a:gd name="connsiteY40" fmla="*/ 81031 h 264157"/>
                <a:gd name="connsiteX41" fmla="*/ 248022 w 466974"/>
                <a:gd name="connsiteY41" fmla="*/ -6048 h 264157"/>
                <a:gd name="connsiteX42" fmla="*/ 255185 w 466974"/>
                <a:gd name="connsiteY42" fmla="*/ -13211 h 264157"/>
                <a:gd name="connsiteX43" fmla="*/ 92240 w 466974"/>
                <a:gd name="connsiteY43" fmla="*/ 250946 h 264157"/>
                <a:gd name="connsiteX44" fmla="*/ 138943 w 466974"/>
                <a:gd name="connsiteY44" fmla="*/ 202378 h 264157"/>
                <a:gd name="connsiteX45" fmla="*/ 92240 w 466974"/>
                <a:gd name="connsiteY45" fmla="*/ 141002 h 264157"/>
                <a:gd name="connsiteX46" fmla="*/ 45565 w 466974"/>
                <a:gd name="connsiteY46" fmla="*/ 202378 h 264157"/>
                <a:gd name="connsiteX47" fmla="*/ 92240 w 466974"/>
                <a:gd name="connsiteY47" fmla="*/ 250946 h 2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66974" h="264157">
                  <a:moveTo>
                    <a:pt x="-4318" y="-13211"/>
                  </a:moveTo>
                  <a:lnTo>
                    <a:pt x="24191" y="-13211"/>
                  </a:lnTo>
                  <a:lnTo>
                    <a:pt x="24191" y="59368"/>
                  </a:lnTo>
                  <a:cubicBezTo>
                    <a:pt x="24191" y="65701"/>
                    <a:pt x="29319" y="70830"/>
                    <a:pt x="35652" y="70830"/>
                  </a:cubicBezTo>
                  <a:cubicBezTo>
                    <a:pt x="41984" y="70830"/>
                    <a:pt x="47112" y="65701"/>
                    <a:pt x="47112" y="59368"/>
                  </a:cubicBezTo>
                  <a:lnTo>
                    <a:pt x="47112" y="-13211"/>
                  </a:lnTo>
                  <a:lnTo>
                    <a:pt x="137396" y="-13211"/>
                  </a:lnTo>
                  <a:lnTo>
                    <a:pt x="137396" y="59368"/>
                  </a:lnTo>
                  <a:cubicBezTo>
                    <a:pt x="137396" y="65701"/>
                    <a:pt x="142525" y="70830"/>
                    <a:pt x="148857" y="70830"/>
                  </a:cubicBezTo>
                  <a:cubicBezTo>
                    <a:pt x="155160" y="70830"/>
                    <a:pt x="160318" y="65701"/>
                    <a:pt x="160318" y="59368"/>
                  </a:cubicBezTo>
                  <a:lnTo>
                    <a:pt x="160318" y="-13211"/>
                  </a:lnTo>
                  <a:lnTo>
                    <a:pt x="188827" y="-13211"/>
                  </a:lnTo>
                  <a:cubicBezTo>
                    <a:pt x="192752" y="-13211"/>
                    <a:pt x="195990" y="-9973"/>
                    <a:pt x="195990" y="-6048"/>
                  </a:cubicBezTo>
                  <a:lnTo>
                    <a:pt x="195990" y="81031"/>
                  </a:lnTo>
                  <a:cubicBezTo>
                    <a:pt x="195990" y="104125"/>
                    <a:pt x="175417" y="117248"/>
                    <a:pt x="152037" y="123037"/>
                  </a:cubicBezTo>
                  <a:cubicBezTo>
                    <a:pt x="112755" y="132779"/>
                    <a:pt x="72928" y="133438"/>
                    <a:pt x="32471" y="123037"/>
                  </a:cubicBezTo>
                  <a:cubicBezTo>
                    <a:pt x="9119" y="117048"/>
                    <a:pt x="-11481" y="104125"/>
                    <a:pt x="-11481" y="81031"/>
                  </a:cubicBezTo>
                  <a:lnTo>
                    <a:pt x="-11481" y="-6048"/>
                  </a:lnTo>
                  <a:cubicBezTo>
                    <a:pt x="-11481" y="-9973"/>
                    <a:pt x="-8273" y="-13211"/>
                    <a:pt x="-4318" y="-13211"/>
                  </a:cubicBezTo>
                  <a:moveTo>
                    <a:pt x="351743" y="250946"/>
                  </a:moveTo>
                  <a:cubicBezTo>
                    <a:pt x="377530" y="250946"/>
                    <a:pt x="398447" y="236247"/>
                    <a:pt x="398447" y="202378"/>
                  </a:cubicBezTo>
                  <a:cubicBezTo>
                    <a:pt x="398447" y="168481"/>
                    <a:pt x="377530" y="141002"/>
                    <a:pt x="351743" y="141002"/>
                  </a:cubicBezTo>
                  <a:cubicBezTo>
                    <a:pt x="325985" y="141002"/>
                    <a:pt x="305069" y="168481"/>
                    <a:pt x="305069" y="202378"/>
                  </a:cubicBezTo>
                  <a:cubicBezTo>
                    <a:pt x="305069" y="236247"/>
                    <a:pt x="325985" y="250946"/>
                    <a:pt x="351743" y="250946"/>
                  </a:cubicBezTo>
                  <a:moveTo>
                    <a:pt x="255185" y="-13211"/>
                  </a:moveTo>
                  <a:lnTo>
                    <a:pt x="283694" y="-13211"/>
                  </a:lnTo>
                  <a:lnTo>
                    <a:pt x="283694" y="59368"/>
                  </a:lnTo>
                  <a:cubicBezTo>
                    <a:pt x="283694" y="65701"/>
                    <a:pt x="288823" y="70830"/>
                    <a:pt x="295155" y="70830"/>
                  </a:cubicBezTo>
                  <a:cubicBezTo>
                    <a:pt x="301487" y="70830"/>
                    <a:pt x="306616" y="65701"/>
                    <a:pt x="306616" y="59368"/>
                  </a:cubicBezTo>
                  <a:lnTo>
                    <a:pt x="306616" y="-13211"/>
                  </a:lnTo>
                  <a:lnTo>
                    <a:pt x="396899" y="-13211"/>
                  </a:lnTo>
                  <a:lnTo>
                    <a:pt x="396899" y="59368"/>
                  </a:lnTo>
                  <a:cubicBezTo>
                    <a:pt x="396899" y="65701"/>
                    <a:pt x="402028" y="70830"/>
                    <a:pt x="408360" y="70830"/>
                  </a:cubicBezTo>
                  <a:cubicBezTo>
                    <a:pt x="414692" y="70830"/>
                    <a:pt x="419821" y="65701"/>
                    <a:pt x="419821" y="59368"/>
                  </a:cubicBezTo>
                  <a:lnTo>
                    <a:pt x="419821" y="-13211"/>
                  </a:lnTo>
                  <a:lnTo>
                    <a:pt x="448330" y="-13211"/>
                  </a:lnTo>
                  <a:cubicBezTo>
                    <a:pt x="452284" y="-13211"/>
                    <a:pt x="455493" y="-9973"/>
                    <a:pt x="455493" y="-6048"/>
                  </a:cubicBezTo>
                  <a:lnTo>
                    <a:pt x="455493" y="81031"/>
                  </a:lnTo>
                  <a:cubicBezTo>
                    <a:pt x="455493" y="104125"/>
                    <a:pt x="434921" y="117248"/>
                    <a:pt x="411541" y="123037"/>
                  </a:cubicBezTo>
                  <a:cubicBezTo>
                    <a:pt x="372259" y="132779"/>
                    <a:pt x="332432" y="133438"/>
                    <a:pt x="291975" y="123037"/>
                  </a:cubicBezTo>
                  <a:cubicBezTo>
                    <a:pt x="268623" y="117048"/>
                    <a:pt x="248022" y="104125"/>
                    <a:pt x="248022" y="81031"/>
                  </a:cubicBezTo>
                  <a:lnTo>
                    <a:pt x="248022" y="-6048"/>
                  </a:lnTo>
                  <a:cubicBezTo>
                    <a:pt x="248022" y="-9973"/>
                    <a:pt x="251231" y="-13211"/>
                    <a:pt x="255185" y="-13211"/>
                  </a:cubicBezTo>
                  <a:moveTo>
                    <a:pt x="92240" y="250946"/>
                  </a:moveTo>
                  <a:cubicBezTo>
                    <a:pt x="118027" y="250946"/>
                    <a:pt x="138943" y="236247"/>
                    <a:pt x="138943" y="202378"/>
                  </a:cubicBezTo>
                  <a:cubicBezTo>
                    <a:pt x="138943" y="168481"/>
                    <a:pt x="118027" y="141002"/>
                    <a:pt x="92240" y="141002"/>
                  </a:cubicBezTo>
                  <a:cubicBezTo>
                    <a:pt x="66453" y="141002"/>
                    <a:pt x="45565" y="168481"/>
                    <a:pt x="45565" y="202378"/>
                  </a:cubicBezTo>
                  <a:cubicBezTo>
                    <a:pt x="45565" y="236247"/>
                    <a:pt x="66453" y="250946"/>
                    <a:pt x="92240" y="250946"/>
                  </a:cubicBezTo>
                </a:path>
              </a:pathLst>
            </a:custGeom>
            <a:solidFill>
              <a:srgbClr val="03E4C4"/>
            </a:solidFill>
            <a:ln w="2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03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raphic 1076">
            <a:extLst>
              <a:ext uri="{FF2B5EF4-FFF2-40B4-BE49-F238E27FC236}">
                <a16:creationId xmlns:a16="http://schemas.microsoft.com/office/drawing/2014/main" id="{7D794454-5A7A-77A7-E141-3FFCF1A80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518945"/>
            <a:ext cx="7772400" cy="2435320"/>
          </a:xfrm>
          <a:prstGeom prst="rect">
            <a:avLst/>
          </a:prstGeom>
        </p:spPr>
      </p:pic>
      <p:pic>
        <p:nvPicPr>
          <p:cNvPr id="1079" name="Graphic 1078">
            <a:extLst>
              <a:ext uri="{FF2B5EF4-FFF2-40B4-BE49-F238E27FC236}">
                <a16:creationId xmlns:a16="http://schemas.microsoft.com/office/drawing/2014/main" id="{0760A690-42D8-E61C-60CA-856950F7D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025" y="2426916"/>
            <a:ext cx="7772400" cy="3465639"/>
          </a:xfrm>
          <a:prstGeom prst="rect">
            <a:avLst/>
          </a:prstGeom>
        </p:spPr>
      </p:pic>
      <p:pic>
        <p:nvPicPr>
          <p:cNvPr id="1081" name="Graphic 1080">
            <a:extLst>
              <a:ext uri="{FF2B5EF4-FFF2-40B4-BE49-F238E27FC236}">
                <a16:creationId xmlns:a16="http://schemas.microsoft.com/office/drawing/2014/main" id="{EB6F177F-D38F-1723-EC8E-BD5D059BF7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7496" y="122125"/>
            <a:ext cx="7772400" cy="4037610"/>
          </a:xfrm>
          <a:prstGeom prst="rect">
            <a:avLst/>
          </a:prstGeom>
        </p:spPr>
      </p:pic>
      <p:pic>
        <p:nvPicPr>
          <p:cNvPr id="1083" name="Graphic 1082">
            <a:extLst>
              <a:ext uri="{FF2B5EF4-FFF2-40B4-BE49-F238E27FC236}">
                <a16:creationId xmlns:a16="http://schemas.microsoft.com/office/drawing/2014/main" id="{18B5D80F-4667-2848-764E-996728A038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08224" y="4043655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</Words>
  <Application>Microsoft Macintosh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Gilles Georges</dc:creator>
  <cp:lastModifiedBy>Gilles Georges</cp:lastModifiedBy>
  <cp:revision>1</cp:revision>
  <dcterms:created xsi:type="dcterms:W3CDTF">2026-03-20T18:10:56Z</dcterms:created>
  <dcterms:modified xsi:type="dcterms:W3CDTF">2026-03-20T18:39:06Z</dcterms:modified>
</cp:coreProperties>
</file>